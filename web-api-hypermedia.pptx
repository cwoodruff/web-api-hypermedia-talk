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 id="2147483686" r:id="rId2"/>
  </p:sldMasterIdLst>
  <p:notesMasterIdLst>
    <p:notesMasterId r:id="rId34"/>
  </p:notesMasterIdLst>
  <p:sldIdLst>
    <p:sldId id="256" r:id="rId3"/>
    <p:sldId id="314" r:id="rId4"/>
    <p:sldId id="258" r:id="rId5"/>
    <p:sldId id="259" r:id="rId6"/>
    <p:sldId id="260" r:id="rId7"/>
    <p:sldId id="261" r:id="rId8"/>
    <p:sldId id="295" r:id="rId9"/>
    <p:sldId id="265" r:id="rId10"/>
    <p:sldId id="296" r:id="rId11"/>
    <p:sldId id="262" r:id="rId12"/>
    <p:sldId id="299" r:id="rId13"/>
    <p:sldId id="287" r:id="rId14"/>
    <p:sldId id="304" r:id="rId15"/>
    <p:sldId id="297" r:id="rId16"/>
    <p:sldId id="289" r:id="rId17"/>
    <p:sldId id="301" r:id="rId18"/>
    <p:sldId id="305" r:id="rId19"/>
    <p:sldId id="306" r:id="rId20"/>
    <p:sldId id="307" r:id="rId21"/>
    <p:sldId id="308" r:id="rId22"/>
    <p:sldId id="309" r:id="rId23"/>
    <p:sldId id="302" r:id="rId24"/>
    <p:sldId id="303" r:id="rId25"/>
    <p:sldId id="312" r:id="rId26"/>
    <p:sldId id="313" r:id="rId27"/>
    <p:sldId id="288" r:id="rId28"/>
    <p:sldId id="266" r:id="rId29"/>
    <p:sldId id="310" r:id="rId30"/>
    <p:sldId id="311" r:id="rId31"/>
    <p:sldId id="285" r:id="rId32"/>
    <p:sldId id="286" r:id="rId33"/>
  </p:sldIdLst>
  <p:sldSz cx="9144000" cy="5143500" type="screen16x9"/>
  <p:notesSz cx="6858000" cy="9144000"/>
  <p:embeddedFontLst>
    <p:embeddedFont>
      <p:font typeface="Arial Bold" panose="020B0704020202020204" pitchFamily="34" charset="0"/>
      <p:bold r:id="rId35"/>
    </p:embeddedFont>
    <p:embeddedFont>
      <p:font typeface="Consolas" panose="020B0609020204030204" pitchFamily="49" charset="0"/>
      <p:regular r:id="rId36"/>
      <p:bold r:id="rId37"/>
      <p:italic r:id="rId38"/>
      <p:boldItalic r:id="rId39"/>
    </p:embeddedFont>
    <p:embeddedFont>
      <p:font typeface="Montserrat" panose="00000500000000000000" pitchFamily="50" charset="0"/>
      <p:regular r:id="rId40"/>
      <p:bold r:id="rId41"/>
      <p:italic r:id="rId42"/>
      <p:boldItalic r:id="rId43"/>
    </p:embeddedFont>
    <p:embeddedFont>
      <p:font typeface="Montserrat ExtraBold" panose="00000900000000000000" pitchFamily="50" charset="0"/>
      <p:bold r:id="rId44"/>
      <p:italic r:id="rId45"/>
      <p:boldItalic r:id="rId46"/>
    </p:embeddedFont>
    <p:embeddedFont>
      <p:font typeface="Montserrat ExtraLight" panose="00000300000000000000" pitchFamily="50" charset="0"/>
      <p:regular r:id="rId47"/>
      <p:bold r:id="rId48"/>
      <p:italic r:id="rId49"/>
      <p:boldItalic r:id="rId50"/>
    </p:embeddedFont>
    <p:embeddedFont>
      <p:font typeface="Montserrat Medium" panose="00000600000000000000" pitchFamily="50"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60A5C05-4D7A-435E-ACAF-DB38D3733F9A}">
  <a:tblStyle styleId="{D60A5C05-4D7A-435E-ACAF-DB38D3733F9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21"/>
    <p:restoredTop sz="82791" autoAdjust="0"/>
  </p:normalViewPr>
  <p:slideViewPr>
    <p:cSldViewPr snapToGrid="0">
      <p:cViewPr varScale="1">
        <p:scale>
          <a:sx n="137" d="100"/>
          <a:sy n="137" d="100"/>
        </p:scale>
        <p:origin x="69"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5.fntdata"/><Relationship Id="rId21" Type="http://schemas.openxmlformats.org/officeDocument/2006/relationships/slide" Target="slides/slide19.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font" Target="fonts/font19.fntdata"/><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17.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8.xml"/><Relationship Id="rId41" Type="http://schemas.openxmlformats.org/officeDocument/2006/relationships/font" Target="fonts/font7.fntdata"/><Relationship Id="rId54"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10.fntdata"/><Relationship Id="rId52" Type="http://schemas.openxmlformats.org/officeDocument/2006/relationships/font" Target="fonts/font18.fntdata"/></Relationships>
</file>

<file path=ppt/diagrams/_rels/data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1F2C1C-CB87-2A43-997D-AB270FB88A74}" type="doc">
      <dgm:prSet loTypeId="urn:microsoft.com/office/officeart/2009/3/layout/CircleRelationship" loCatId="" qsTypeId="urn:microsoft.com/office/officeart/2005/8/quickstyle/simple1" qsCatId="simple" csTypeId="urn:microsoft.com/office/officeart/2005/8/colors/accent1_2" csCatId="accent1" phldr="1"/>
      <dgm:spPr/>
      <dgm:t>
        <a:bodyPr/>
        <a:lstStyle/>
        <a:p>
          <a:endParaRPr lang="en-US"/>
        </a:p>
      </dgm:t>
    </dgm:pt>
    <dgm:pt modelId="{161842B6-8C2A-5E48-A13A-7E91DDEBB3F0}">
      <dgm:prSet phldrT="[Text]" custT="1"/>
      <dgm:spPr/>
      <dgm:t>
        <a:bodyPr/>
        <a:lstStyle/>
        <a:p>
          <a:r>
            <a:rPr lang="en-US" sz="4800" dirty="0"/>
            <a:t>APIs</a:t>
          </a:r>
        </a:p>
      </dgm:t>
    </dgm:pt>
    <dgm:pt modelId="{20B9783F-1383-8D4B-9246-59A021AB22DA}" type="parTrans" cxnId="{D0D1B92D-869C-C94D-B5E6-568E31A5E3AC}">
      <dgm:prSet/>
      <dgm:spPr/>
      <dgm:t>
        <a:bodyPr/>
        <a:lstStyle/>
        <a:p>
          <a:endParaRPr lang="en-US"/>
        </a:p>
      </dgm:t>
    </dgm:pt>
    <dgm:pt modelId="{D3B44160-697D-C246-92C9-AE82462CEF30}" type="sibTrans" cxnId="{D0D1B92D-869C-C94D-B5E6-568E31A5E3AC}">
      <dgm:prSet/>
      <dgm:spPr/>
      <dgm:t>
        <a:bodyPr/>
        <a:lstStyle/>
        <a:p>
          <a:endParaRPr lang="en-US"/>
        </a:p>
      </dgm:t>
    </dgm:pt>
    <dgm:pt modelId="{CBFEF062-9BEE-864B-9004-2824DF9BA0EA}">
      <dgm:prSet phldrT="[Text]"/>
      <dgm:spPr/>
      <dgm:t>
        <a:bodyPr/>
        <a:lstStyle/>
        <a:p>
          <a:r>
            <a:rPr lang="en-US" dirty="0"/>
            <a:t>HTTP</a:t>
          </a:r>
        </a:p>
      </dgm:t>
    </dgm:pt>
    <dgm:pt modelId="{30979FC3-B4D8-D340-90E7-5A9571F5953B}" type="parTrans" cxnId="{B207E46B-E14A-1043-BB24-A3E1D90436B9}">
      <dgm:prSet/>
      <dgm:spPr/>
      <dgm:t>
        <a:bodyPr/>
        <a:lstStyle/>
        <a:p>
          <a:endParaRPr lang="en-US"/>
        </a:p>
      </dgm:t>
    </dgm:pt>
    <dgm:pt modelId="{BB812507-0DA6-F043-B7A9-1BF416BFF7BD}" type="sibTrans" cxnId="{B207E46B-E14A-1043-BB24-A3E1D90436B9}">
      <dgm:prSet/>
      <dgm:spPr/>
      <dgm:t>
        <a:bodyPr/>
        <a:lstStyle/>
        <a:p>
          <a:endParaRPr lang="en-US"/>
        </a:p>
      </dgm:t>
    </dgm:pt>
    <dgm:pt modelId="{84A609F4-0082-5742-AFED-9C7FFB5C07CD}">
      <dgm:prSet phldrT="[Text]"/>
      <dgm:spPr/>
      <dgm:t>
        <a:bodyPr/>
        <a:lstStyle/>
        <a:p>
          <a:r>
            <a:rPr lang="en-US" dirty="0"/>
            <a:t>REST</a:t>
          </a:r>
        </a:p>
      </dgm:t>
    </dgm:pt>
    <dgm:pt modelId="{BC26DF39-C5F7-1046-B6C7-F7787B01B75C}" type="parTrans" cxnId="{99F182B1-DED0-0F48-A7D2-56F0BF0F4318}">
      <dgm:prSet/>
      <dgm:spPr/>
      <dgm:t>
        <a:bodyPr/>
        <a:lstStyle/>
        <a:p>
          <a:endParaRPr lang="en-US"/>
        </a:p>
      </dgm:t>
    </dgm:pt>
    <dgm:pt modelId="{25A8D731-0BAC-2C4D-A6DE-CB098CF9BF19}" type="sibTrans" cxnId="{99F182B1-DED0-0F48-A7D2-56F0BF0F4318}">
      <dgm:prSet/>
      <dgm:spPr/>
      <dgm:t>
        <a:bodyPr/>
        <a:lstStyle/>
        <a:p>
          <a:endParaRPr lang="en-US"/>
        </a:p>
      </dgm:t>
    </dgm:pt>
    <dgm:pt modelId="{DBC177F3-DA2A-4A43-87ED-34D52FB19743}" type="pres">
      <dgm:prSet presAssocID="{391F2C1C-CB87-2A43-997D-AB270FB88A74}" presName="Name0" presStyleCnt="0">
        <dgm:presLayoutVars>
          <dgm:chMax val="1"/>
          <dgm:chPref val="1"/>
        </dgm:presLayoutVars>
      </dgm:prSet>
      <dgm:spPr/>
    </dgm:pt>
    <dgm:pt modelId="{D44EB2C3-910E-BE4F-88E6-51F533A78049}" type="pres">
      <dgm:prSet presAssocID="{161842B6-8C2A-5E48-A13A-7E91DDEBB3F0}" presName="Parent" presStyleLbl="node0" presStyleIdx="0" presStyleCnt="1">
        <dgm:presLayoutVars>
          <dgm:chMax val="5"/>
          <dgm:chPref val="5"/>
        </dgm:presLayoutVars>
      </dgm:prSet>
      <dgm:spPr/>
    </dgm:pt>
    <dgm:pt modelId="{EDEF7ED6-0B7B-034B-B25E-D9BE22A62D58}" type="pres">
      <dgm:prSet presAssocID="{161842B6-8C2A-5E48-A13A-7E91DDEBB3F0}" presName="Accent1" presStyleLbl="node1" presStyleIdx="0" presStyleCnt="13"/>
      <dgm:spPr/>
    </dgm:pt>
    <dgm:pt modelId="{0F0158F4-2606-3641-A298-35263EE5899E}" type="pres">
      <dgm:prSet presAssocID="{161842B6-8C2A-5E48-A13A-7E91DDEBB3F0}" presName="Accent2" presStyleLbl="node1" presStyleIdx="1" presStyleCnt="13"/>
      <dgm:spPr/>
    </dgm:pt>
    <dgm:pt modelId="{376220DC-5940-984B-80FA-82E64EA76D6D}" type="pres">
      <dgm:prSet presAssocID="{161842B6-8C2A-5E48-A13A-7E91DDEBB3F0}" presName="Accent3" presStyleLbl="node1" presStyleIdx="2" presStyleCnt="13"/>
      <dgm:spPr/>
    </dgm:pt>
    <dgm:pt modelId="{39B72665-F28E-B344-91A4-C19F13C16D98}" type="pres">
      <dgm:prSet presAssocID="{161842B6-8C2A-5E48-A13A-7E91DDEBB3F0}" presName="Accent4" presStyleLbl="node1" presStyleIdx="3" presStyleCnt="13"/>
      <dgm:spPr/>
    </dgm:pt>
    <dgm:pt modelId="{7BF6EA54-2D35-B842-BF48-7EF3B8C9A608}" type="pres">
      <dgm:prSet presAssocID="{161842B6-8C2A-5E48-A13A-7E91DDEBB3F0}" presName="Accent5" presStyleLbl="node1" presStyleIdx="4" presStyleCnt="13"/>
      <dgm:spPr/>
    </dgm:pt>
    <dgm:pt modelId="{1C4ACA36-CCE8-EA47-A41B-3A00AE6209F9}" type="pres">
      <dgm:prSet presAssocID="{161842B6-8C2A-5E48-A13A-7E91DDEBB3F0}" presName="Accent6" presStyleLbl="node1" presStyleIdx="5" presStyleCnt="13"/>
      <dgm:spPr/>
    </dgm:pt>
    <dgm:pt modelId="{41A578E5-D730-2446-8CEB-BB2027125B87}" type="pres">
      <dgm:prSet presAssocID="{CBFEF062-9BEE-864B-9004-2824DF9BA0EA}" presName="Child1" presStyleLbl="node1" presStyleIdx="6" presStyleCnt="13">
        <dgm:presLayoutVars>
          <dgm:chMax val="0"/>
          <dgm:chPref val="0"/>
        </dgm:presLayoutVars>
      </dgm:prSet>
      <dgm:spPr/>
    </dgm:pt>
    <dgm:pt modelId="{FB0BEA16-4537-004D-BD3E-10AFB276E0E6}" type="pres">
      <dgm:prSet presAssocID="{CBFEF062-9BEE-864B-9004-2824DF9BA0EA}" presName="Accent7" presStyleCnt="0"/>
      <dgm:spPr/>
    </dgm:pt>
    <dgm:pt modelId="{BDF8E1FE-822C-3A44-8D9F-F0096B7F382E}" type="pres">
      <dgm:prSet presAssocID="{CBFEF062-9BEE-864B-9004-2824DF9BA0EA}" presName="AccentHold1" presStyleLbl="node1" presStyleIdx="7" presStyleCnt="13"/>
      <dgm:spPr/>
    </dgm:pt>
    <dgm:pt modelId="{79D72919-8639-0045-9636-327D02E2784D}" type="pres">
      <dgm:prSet presAssocID="{CBFEF062-9BEE-864B-9004-2824DF9BA0EA}" presName="Accent8" presStyleCnt="0"/>
      <dgm:spPr/>
    </dgm:pt>
    <dgm:pt modelId="{AC90B88D-19CE-7C48-8A2E-33F08E795A7D}" type="pres">
      <dgm:prSet presAssocID="{CBFEF062-9BEE-864B-9004-2824DF9BA0EA}" presName="AccentHold2" presStyleLbl="node1" presStyleIdx="8" presStyleCnt="13"/>
      <dgm:spPr/>
    </dgm:pt>
    <dgm:pt modelId="{FC2278B3-8DF2-6D4A-BE68-0EE923BA62B7}" type="pres">
      <dgm:prSet presAssocID="{84A609F4-0082-5742-AFED-9C7FFB5C07CD}" presName="Child2" presStyleLbl="node1" presStyleIdx="9" presStyleCnt="13">
        <dgm:presLayoutVars>
          <dgm:chMax val="0"/>
          <dgm:chPref val="0"/>
        </dgm:presLayoutVars>
      </dgm:prSet>
      <dgm:spPr/>
    </dgm:pt>
    <dgm:pt modelId="{69D9B478-8E42-C549-A341-1441503555C5}" type="pres">
      <dgm:prSet presAssocID="{84A609F4-0082-5742-AFED-9C7FFB5C07CD}" presName="Accent9" presStyleCnt="0"/>
      <dgm:spPr/>
    </dgm:pt>
    <dgm:pt modelId="{B8F3919B-4FF2-3542-AA6D-CEE8E70638E9}" type="pres">
      <dgm:prSet presAssocID="{84A609F4-0082-5742-AFED-9C7FFB5C07CD}" presName="AccentHold1" presStyleLbl="node1" presStyleIdx="10" presStyleCnt="13"/>
      <dgm:spPr/>
    </dgm:pt>
    <dgm:pt modelId="{F044B855-07CB-0C42-9889-AFCEC8256266}" type="pres">
      <dgm:prSet presAssocID="{84A609F4-0082-5742-AFED-9C7FFB5C07CD}" presName="Accent10" presStyleCnt="0"/>
      <dgm:spPr/>
    </dgm:pt>
    <dgm:pt modelId="{2A8F798B-F28C-D24A-9137-A3BAD528B826}" type="pres">
      <dgm:prSet presAssocID="{84A609F4-0082-5742-AFED-9C7FFB5C07CD}" presName="AccentHold2" presStyleLbl="node1" presStyleIdx="11" presStyleCnt="13"/>
      <dgm:spPr/>
    </dgm:pt>
    <dgm:pt modelId="{7BAE6448-8BAA-8D4E-B22A-4E0D9462E0C6}" type="pres">
      <dgm:prSet presAssocID="{84A609F4-0082-5742-AFED-9C7FFB5C07CD}" presName="Accent11" presStyleCnt="0"/>
      <dgm:spPr/>
    </dgm:pt>
    <dgm:pt modelId="{A5DD1AA5-83F9-1E41-9CE4-03C3C87BCC0B}" type="pres">
      <dgm:prSet presAssocID="{84A609F4-0082-5742-AFED-9C7FFB5C07CD}" presName="AccentHold3" presStyleLbl="node1" presStyleIdx="12" presStyleCnt="13"/>
      <dgm:spPr/>
    </dgm:pt>
  </dgm:ptLst>
  <dgm:cxnLst>
    <dgm:cxn modelId="{19A57C10-712B-4F4C-8DC4-7031381D2D0E}" type="presOf" srcId="{161842B6-8C2A-5E48-A13A-7E91DDEBB3F0}" destId="{D44EB2C3-910E-BE4F-88E6-51F533A78049}" srcOrd="0" destOrd="0" presId="urn:microsoft.com/office/officeart/2009/3/layout/CircleRelationship"/>
    <dgm:cxn modelId="{D0D1B92D-869C-C94D-B5E6-568E31A5E3AC}" srcId="{391F2C1C-CB87-2A43-997D-AB270FB88A74}" destId="{161842B6-8C2A-5E48-A13A-7E91DDEBB3F0}" srcOrd="0" destOrd="0" parTransId="{20B9783F-1383-8D4B-9246-59A021AB22DA}" sibTransId="{D3B44160-697D-C246-92C9-AE82462CEF30}"/>
    <dgm:cxn modelId="{B207E46B-E14A-1043-BB24-A3E1D90436B9}" srcId="{161842B6-8C2A-5E48-A13A-7E91DDEBB3F0}" destId="{CBFEF062-9BEE-864B-9004-2824DF9BA0EA}" srcOrd="0" destOrd="0" parTransId="{30979FC3-B4D8-D340-90E7-5A9571F5953B}" sibTransId="{BB812507-0DA6-F043-B7A9-1BF416BFF7BD}"/>
    <dgm:cxn modelId="{33D22D58-A25A-FC4E-BEFA-93679CF99AC2}" type="presOf" srcId="{391F2C1C-CB87-2A43-997D-AB270FB88A74}" destId="{DBC177F3-DA2A-4A43-87ED-34D52FB19743}" srcOrd="0" destOrd="0" presId="urn:microsoft.com/office/officeart/2009/3/layout/CircleRelationship"/>
    <dgm:cxn modelId="{99F182B1-DED0-0F48-A7D2-56F0BF0F4318}" srcId="{161842B6-8C2A-5E48-A13A-7E91DDEBB3F0}" destId="{84A609F4-0082-5742-AFED-9C7FFB5C07CD}" srcOrd="1" destOrd="0" parTransId="{BC26DF39-C5F7-1046-B6C7-F7787B01B75C}" sibTransId="{25A8D731-0BAC-2C4D-A6DE-CB098CF9BF19}"/>
    <dgm:cxn modelId="{24DBDCF0-2E40-E345-91DE-5F92C500C9BA}" type="presOf" srcId="{CBFEF062-9BEE-864B-9004-2824DF9BA0EA}" destId="{41A578E5-D730-2446-8CEB-BB2027125B87}" srcOrd="0" destOrd="0" presId="urn:microsoft.com/office/officeart/2009/3/layout/CircleRelationship"/>
    <dgm:cxn modelId="{F39A61FF-45E0-7B48-A46D-7F22F7158CDB}" type="presOf" srcId="{84A609F4-0082-5742-AFED-9C7FFB5C07CD}" destId="{FC2278B3-8DF2-6D4A-BE68-0EE923BA62B7}" srcOrd="0" destOrd="0" presId="urn:microsoft.com/office/officeart/2009/3/layout/CircleRelationship"/>
    <dgm:cxn modelId="{6F6A068F-2A71-1D4B-8B7D-0E1F2B05312F}" type="presParOf" srcId="{DBC177F3-DA2A-4A43-87ED-34D52FB19743}" destId="{D44EB2C3-910E-BE4F-88E6-51F533A78049}" srcOrd="0" destOrd="0" presId="urn:microsoft.com/office/officeart/2009/3/layout/CircleRelationship"/>
    <dgm:cxn modelId="{07918239-7EE4-9F45-8EE4-502290257D57}" type="presParOf" srcId="{DBC177F3-DA2A-4A43-87ED-34D52FB19743}" destId="{EDEF7ED6-0B7B-034B-B25E-D9BE22A62D58}" srcOrd="1" destOrd="0" presId="urn:microsoft.com/office/officeart/2009/3/layout/CircleRelationship"/>
    <dgm:cxn modelId="{65959258-14A4-BB44-A5F6-7226AA0E4C84}" type="presParOf" srcId="{DBC177F3-DA2A-4A43-87ED-34D52FB19743}" destId="{0F0158F4-2606-3641-A298-35263EE5899E}" srcOrd="2" destOrd="0" presId="urn:microsoft.com/office/officeart/2009/3/layout/CircleRelationship"/>
    <dgm:cxn modelId="{0F84BD4E-3B8F-2042-B500-859F18B190FF}" type="presParOf" srcId="{DBC177F3-DA2A-4A43-87ED-34D52FB19743}" destId="{376220DC-5940-984B-80FA-82E64EA76D6D}" srcOrd="3" destOrd="0" presId="urn:microsoft.com/office/officeart/2009/3/layout/CircleRelationship"/>
    <dgm:cxn modelId="{7DFA28E6-4423-A540-A69A-104195F4636F}" type="presParOf" srcId="{DBC177F3-DA2A-4A43-87ED-34D52FB19743}" destId="{39B72665-F28E-B344-91A4-C19F13C16D98}" srcOrd="4" destOrd="0" presId="urn:microsoft.com/office/officeart/2009/3/layout/CircleRelationship"/>
    <dgm:cxn modelId="{A53296D8-16AB-B94C-B832-DF1F68BE8DFB}" type="presParOf" srcId="{DBC177F3-DA2A-4A43-87ED-34D52FB19743}" destId="{7BF6EA54-2D35-B842-BF48-7EF3B8C9A608}" srcOrd="5" destOrd="0" presId="urn:microsoft.com/office/officeart/2009/3/layout/CircleRelationship"/>
    <dgm:cxn modelId="{DED35E79-B2E3-CD41-A647-DB6161B0801E}" type="presParOf" srcId="{DBC177F3-DA2A-4A43-87ED-34D52FB19743}" destId="{1C4ACA36-CCE8-EA47-A41B-3A00AE6209F9}" srcOrd="6" destOrd="0" presId="urn:microsoft.com/office/officeart/2009/3/layout/CircleRelationship"/>
    <dgm:cxn modelId="{C6842966-E995-D449-A558-A3D367DBF029}" type="presParOf" srcId="{DBC177F3-DA2A-4A43-87ED-34D52FB19743}" destId="{41A578E5-D730-2446-8CEB-BB2027125B87}" srcOrd="7" destOrd="0" presId="urn:microsoft.com/office/officeart/2009/3/layout/CircleRelationship"/>
    <dgm:cxn modelId="{33D8A5A6-C3E8-3E48-B7A7-727F475E0F11}" type="presParOf" srcId="{DBC177F3-DA2A-4A43-87ED-34D52FB19743}" destId="{FB0BEA16-4537-004D-BD3E-10AFB276E0E6}" srcOrd="8" destOrd="0" presId="urn:microsoft.com/office/officeart/2009/3/layout/CircleRelationship"/>
    <dgm:cxn modelId="{46CF4C6E-7FD2-C544-ACFB-6682F07EF763}" type="presParOf" srcId="{FB0BEA16-4537-004D-BD3E-10AFB276E0E6}" destId="{BDF8E1FE-822C-3A44-8D9F-F0096B7F382E}" srcOrd="0" destOrd="0" presId="urn:microsoft.com/office/officeart/2009/3/layout/CircleRelationship"/>
    <dgm:cxn modelId="{DA94A7D5-A402-8243-9608-7C55A511DE5D}" type="presParOf" srcId="{DBC177F3-DA2A-4A43-87ED-34D52FB19743}" destId="{79D72919-8639-0045-9636-327D02E2784D}" srcOrd="9" destOrd="0" presId="urn:microsoft.com/office/officeart/2009/3/layout/CircleRelationship"/>
    <dgm:cxn modelId="{BE0EAA81-E689-AB44-925A-6A472C5D1EB7}" type="presParOf" srcId="{79D72919-8639-0045-9636-327D02E2784D}" destId="{AC90B88D-19CE-7C48-8A2E-33F08E795A7D}" srcOrd="0" destOrd="0" presId="urn:microsoft.com/office/officeart/2009/3/layout/CircleRelationship"/>
    <dgm:cxn modelId="{03776877-75AB-CB4A-BDFE-19EF406FC188}" type="presParOf" srcId="{DBC177F3-DA2A-4A43-87ED-34D52FB19743}" destId="{FC2278B3-8DF2-6D4A-BE68-0EE923BA62B7}" srcOrd="10" destOrd="0" presId="urn:microsoft.com/office/officeart/2009/3/layout/CircleRelationship"/>
    <dgm:cxn modelId="{271577AF-FE12-704D-B000-D9D3DA2D2CFF}" type="presParOf" srcId="{DBC177F3-DA2A-4A43-87ED-34D52FB19743}" destId="{69D9B478-8E42-C549-A341-1441503555C5}" srcOrd="11" destOrd="0" presId="urn:microsoft.com/office/officeart/2009/3/layout/CircleRelationship"/>
    <dgm:cxn modelId="{CCB7E625-DA14-A947-843D-9103F46B9D5F}" type="presParOf" srcId="{69D9B478-8E42-C549-A341-1441503555C5}" destId="{B8F3919B-4FF2-3542-AA6D-CEE8E70638E9}" srcOrd="0" destOrd="0" presId="urn:microsoft.com/office/officeart/2009/3/layout/CircleRelationship"/>
    <dgm:cxn modelId="{F989F8DF-51D4-1241-AA17-807DC697616E}" type="presParOf" srcId="{DBC177F3-DA2A-4A43-87ED-34D52FB19743}" destId="{F044B855-07CB-0C42-9889-AFCEC8256266}" srcOrd="12" destOrd="0" presId="urn:microsoft.com/office/officeart/2009/3/layout/CircleRelationship"/>
    <dgm:cxn modelId="{E645347F-E16E-2F4A-BA74-347FA0B6F075}" type="presParOf" srcId="{F044B855-07CB-0C42-9889-AFCEC8256266}" destId="{2A8F798B-F28C-D24A-9137-A3BAD528B826}" srcOrd="0" destOrd="0" presId="urn:microsoft.com/office/officeart/2009/3/layout/CircleRelationship"/>
    <dgm:cxn modelId="{5576FFCA-4ADB-FF4A-BB78-F809E698D6FF}" type="presParOf" srcId="{DBC177F3-DA2A-4A43-87ED-34D52FB19743}" destId="{7BAE6448-8BAA-8D4E-B22A-4E0D9462E0C6}" srcOrd="13" destOrd="0" presId="urn:microsoft.com/office/officeart/2009/3/layout/CircleRelationship"/>
    <dgm:cxn modelId="{5A4A56CA-147E-314C-9E61-58B007F5852F}" type="presParOf" srcId="{7BAE6448-8BAA-8D4E-B22A-4E0D9462E0C6}" destId="{A5DD1AA5-83F9-1E41-9CE4-03C3C87BCC0B}" srcOrd="0" destOrd="0" presId="urn:microsoft.com/office/officeart/2009/3/layout/CircleRelationship"/>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2F3195C-143F-40B0-99ED-E3630DC7E882}"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920C5C20-62C5-4592-9ECD-40692F2534A6}">
      <dgm:prSet phldrT="[Text]"/>
      <dgm:spPr/>
      <dgm:t>
        <a:bodyPr/>
        <a:lstStyle/>
        <a:p>
          <a:r>
            <a:rPr lang="en-US" b="1" dirty="0"/>
            <a:t>Authentication and Authorization</a:t>
          </a:r>
        </a:p>
      </dgm:t>
    </dgm:pt>
    <dgm:pt modelId="{50CF9FBC-0E17-408F-844F-09A0F45D7A40}" type="parTrans" cxnId="{E7A40724-C68B-4F1C-AE36-08BC630ED8C6}">
      <dgm:prSet/>
      <dgm:spPr/>
      <dgm:t>
        <a:bodyPr/>
        <a:lstStyle/>
        <a:p>
          <a:endParaRPr lang="en-US"/>
        </a:p>
      </dgm:t>
    </dgm:pt>
    <dgm:pt modelId="{36393B52-8C0C-4085-AB83-A38D25496B42}" type="sibTrans" cxnId="{E7A40724-C68B-4F1C-AE36-08BC630ED8C6}">
      <dgm:prSet/>
      <dgm:spPr/>
      <dgm:t>
        <a:bodyPr/>
        <a:lstStyle/>
        <a:p>
          <a:endParaRPr lang="en-US"/>
        </a:p>
      </dgm:t>
    </dgm:pt>
    <dgm:pt modelId="{560CE43C-DE71-4BFA-B360-6908EAB1F25C}">
      <dgm:prSet/>
      <dgm:spPr/>
      <dgm:t>
        <a:bodyPr/>
        <a:lstStyle/>
        <a:p>
          <a:r>
            <a:rPr lang="en-US" b="1" dirty="0"/>
            <a:t>Profile Links</a:t>
          </a:r>
        </a:p>
      </dgm:t>
    </dgm:pt>
    <dgm:pt modelId="{A9638D1C-29BF-4A7A-A4C7-DDCDE6E99C75}" type="parTrans" cxnId="{314AB6F5-2076-4D15-8452-3174222C30D8}">
      <dgm:prSet/>
      <dgm:spPr/>
      <dgm:t>
        <a:bodyPr/>
        <a:lstStyle/>
        <a:p>
          <a:endParaRPr lang="en-US"/>
        </a:p>
      </dgm:t>
    </dgm:pt>
    <dgm:pt modelId="{2DA5E11D-B03D-4550-91F6-266F135FFBFD}" type="sibTrans" cxnId="{314AB6F5-2076-4D15-8452-3174222C30D8}">
      <dgm:prSet/>
      <dgm:spPr/>
      <dgm:t>
        <a:bodyPr/>
        <a:lstStyle/>
        <a:p>
          <a:endParaRPr lang="en-US"/>
        </a:p>
      </dgm:t>
    </dgm:pt>
    <dgm:pt modelId="{9CFDEA0A-49E0-4B43-B447-8F44F72B40E3}">
      <dgm:prSet/>
      <dgm:spPr/>
      <dgm:t>
        <a:bodyPr/>
        <a:lstStyle/>
        <a:p>
          <a:r>
            <a:rPr lang="en-US" b="1" i="0" dirty="0"/>
            <a:t>Schema Information</a:t>
          </a:r>
          <a:endParaRPr lang="en-US" b="1" dirty="0"/>
        </a:p>
      </dgm:t>
    </dgm:pt>
    <dgm:pt modelId="{BFBEDEA2-877B-431F-AFC7-E64046BFDFC0}" type="parTrans" cxnId="{879C1B76-65A8-4E1D-84F9-469D12906341}">
      <dgm:prSet/>
      <dgm:spPr/>
      <dgm:t>
        <a:bodyPr/>
        <a:lstStyle/>
        <a:p>
          <a:endParaRPr lang="en-US"/>
        </a:p>
      </dgm:t>
    </dgm:pt>
    <dgm:pt modelId="{F2A9739D-6100-4265-9304-EFF2F9080D3B}" type="sibTrans" cxnId="{879C1B76-65A8-4E1D-84F9-469D12906341}">
      <dgm:prSet/>
      <dgm:spPr/>
      <dgm:t>
        <a:bodyPr/>
        <a:lstStyle/>
        <a:p>
          <a:endParaRPr lang="en-US"/>
        </a:p>
      </dgm:t>
    </dgm:pt>
    <dgm:pt modelId="{B1EEB505-2A6C-40B7-B0E2-59D1F4C10640}" type="pres">
      <dgm:prSet presAssocID="{82F3195C-143F-40B0-99ED-E3630DC7E882}" presName="Name0" presStyleCnt="0">
        <dgm:presLayoutVars>
          <dgm:chMax val="7"/>
          <dgm:chPref val="7"/>
          <dgm:dir/>
        </dgm:presLayoutVars>
      </dgm:prSet>
      <dgm:spPr/>
    </dgm:pt>
    <dgm:pt modelId="{587C0AEE-4846-48E3-BF77-CB6EF657A448}" type="pres">
      <dgm:prSet presAssocID="{82F3195C-143F-40B0-99ED-E3630DC7E882}" presName="Name1" presStyleCnt="0"/>
      <dgm:spPr/>
    </dgm:pt>
    <dgm:pt modelId="{F90893EE-323B-425E-8389-03CE539FE374}" type="pres">
      <dgm:prSet presAssocID="{82F3195C-143F-40B0-99ED-E3630DC7E882}" presName="cycle" presStyleCnt="0"/>
      <dgm:spPr/>
    </dgm:pt>
    <dgm:pt modelId="{2E34E7BB-46A0-489A-AFED-F7F542D7EB59}" type="pres">
      <dgm:prSet presAssocID="{82F3195C-143F-40B0-99ED-E3630DC7E882}" presName="srcNode" presStyleLbl="node1" presStyleIdx="0" presStyleCnt="3"/>
      <dgm:spPr/>
    </dgm:pt>
    <dgm:pt modelId="{8F89330D-9233-42B1-B38D-B99833A0FB5F}" type="pres">
      <dgm:prSet presAssocID="{82F3195C-143F-40B0-99ED-E3630DC7E882}" presName="conn" presStyleLbl="parChTrans1D2" presStyleIdx="0" presStyleCnt="1"/>
      <dgm:spPr/>
    </dgm:pt>
    <dgm:pt modelId="{7A1D7E8B-F011-44DF-A9CD-66ED75CBBC0B}" type="pres">
      <dgm:prSet presAssocID="{82F3195C-143F-40B0-99ED-E3630DC7E882}" presName="extraNode" presStyleLbl="node1" presStyleIdx="0" presStyleCnt="3"/>
      <dgm:spPr/>
    </dgm:pt>
    <dgm:pt modelId="{19394386-0F1B-4FEE-B90B-E3E91863EE69}" type="pres">
      <dgm:prSet presAssocID="{82F3195C-143F-40B0-99ED-E3630DC7E882}" presName="dstNode" presStyleLbl="node1" presStyleIdx="0" presStyleCnt="3"/>
      <dgm:spPr/>
    </dgm:pt>
    <dgm:pt modelId="{1EC28CFA-07E1-44F0-AE5D-58E5D1A6E691}" type="pres">
      <dgm:prSet presAssocID="{560CE43C-DE71-4BFA-B360-6908EAB1F25C}" presName="text_1" presStyleLbl="node1" presStyleIdx="0" presStyleCnt="3">
        <dgm:presLayoutVars>
          <dgm:bulletEnabled val="1"/>
        </dgm:presLayoutVars>
      </dgm:prSet>
      <dgm:spPr/>
    </dgm:pt>
    <dgm:pt modelId="{E4F3985A-80E5-4D19-A3C8-341CCC338371}" type="pres">
      <dgm:prSet presAssocID="{560CE43C-DE71-4BFA-B360-6908EAB1F25C}" presName="accent_1" presStyleCnt="0"/>
      <dgm:spPr/>
    </dgm:pt>
    <dgm:pt modelId="{84AADBF3-1B7F-45D7-8AB5-F5105887A548}" type="pres">
      <dgm:prSet presAssocID="{560CE43C-DE71-4BFA-B360-6908EAB1F25C}" presName="accentRepeatNode" presStyleLbl="solidFgAcc1" presStyleIdx="0" presStyleCnt="3"/>
      <dgm:spPr/>
    </dgm:pt>
    <dgm:pt modelId="{A209D225-FD72-43D6-83CC-7365FB5B7DAD}" type="pres">
      <dgm:prSet presAssocID="{9CFDEA0A-49E0-4B43-B447-8F44F72B40E3}" presName="text_2" presStyleLbl="node1" presStyleIdx="1" presStyleCnt="3">
        <dgm:presLayoutVars>
          <dgm:bulletEnabled val="1"/>
        </dgm:presLayoutVars>
      </dgm:prSet>
      <dgm:spPr/>
    </dgm:pt>
    <dgm:pt modelId="{063F5034-F327-43A9-8466-AED4B563E2CD}" type="pres">
      <dgm:prSet presAssocID="{9CFDEA0A-49E0-4B43-B447-8F44F72B40E3}" presName="accent_2" presStyleCnt="0"/>
      <dgm:spPr/>
    </dgm:pt>
    <dgm:pt modelId="{C56D56FA-227F-4780-9161-1EDFC7304FAF}" type="pres">
      <dgm:prSet presAssocID="{9CFDEA0A-49E0-4B43-B447-8F44F72B40E3}" presName="accentRepeatNode" presStyleLbl="solidFgAcc1" presStyleIdx="1" presStyleCnt="3"/>
      <dgm:spPr/>
    </dgm:pt>
    <dgm:pt modelId="{DA185705-05E2-47BC-B406-6B436D645DD9}" type="pres">
      <dgm:prSet presAssocID="{920C5C20-62C5-4592-9ECD-40692F2534A6}" presName="text_3" presStyleLbl="node1" presStyleIdx="2" presStyleCnt="3">
        <dgm:presLayoutVars>
          <dgm:bulletEnabled val="1"/>
        </dgm:presLayoutVars>
      </dgm:prSet>
      <dgm:spPr/>
    </dgm:pt>
    <dgm:pt modelId="{B5284B97-023D-44CC-98F8-05A4F0A40468}" type="pres">
      <dgm:prSet presAssocID="{920C5C20-62C5-4592-9ECD-40692F2534A6}" presName="accent_3" presStyleCnt="0"/>
      <dgm:spPr/>
    </dgm:pt>
    <dgm:pt modelId="{DCB574A7-FBDD-4F69-90CC-A458B0DCF7D4}" type="pres">
      <dgm:prSet presAssocID="{920C5C20-62C5-4592-9ECD-40692F2534A6}" presName="accentRepeatNode" presStyleLbl="solidFgAcc1" presStyleIdx="2" presStyleCnt="3"/>
      <dgm:spPr/>
    </dgm:pt>
  </dgm:ptLst>
  <dgm:cxnLst>
    <dgm:cxn modelId="{DAD6421D-6A1C-4EFD-9A94-F5E31711847A}" type="presOf" srcId="{82F3195C-143F-40B0-99ED-E3630DC7E882}" destId="{B1EEB505-2A6C-40B7-B0E2-59D1F4C10640}" srcOrd="0" destOrd="0" presId="urn:microsoft.com/office/officeart/2008/layout/VerticalCurvedList"/>
    <dgm:cxn modelId="{E7A40724-C68B-4F1C-AE36-08BC630ED8C6}" srcId="{82F3195C-143F-40B0-99ED-E3630DC7E882}" destId="{920C5C20-62C5-4592-9ECD-40692F2534A6}" srcOrd="2" destOrd="0" parTransId="{50CF9FBC-0E17-408F-844F-09A0F45D7A40}" sibTransId="{36393B52-8C0C-4085-AB83-A38D25496B42}"/>
    <dgm:cxn modelId="{272C2870-3B2B-4FF7-8FC5-0326B08BFDC3}" type="presOf" srcId="{560CE43C-DE71-4BFA-B360-6908EAB1F25C}" destId="{1EC28CFA-07E1-44F0-AE5D-58E5D1A6E691}" srcOrd="0" destOrd="0" presId="urn:microsoft.com/office/officeart/2008/layout/VerticalCurvedList"/>
    <dgm:cxn modelId="{879C1B76-65A8-4E1D-84F9-469D12906341}" srcId="{82F3195C-143F-40B0-99ED-E3630DC7E882}" destId="{9CFDEA0A-49E0-4B43-B447-8F44F72B40E3}" srcOrd="1" destOrd="0" parTransId="{BFBEDEA2-877B-431F-AFC7-E64046BFDFC0}" sibTransId="{F2A9739D-6100-4265-9304-EFF2F9080D3B}"/>
    <dgm:cxn modelId="{21B25F76-3569-4275-93C2-C1B0FC734279}" type="presOf" srcId="{920C5C20-62C5-4592-9ECD-40692F2534A6}" destId="{DA185705-05E2-47BC-B406-6B436D645DD9}" srcOrd="0" destOrd="0" presId="urn:microsoft.com/office/officeart/2008/layout/VerticalCurvedList"/>
    <dgm:cxn modelId="{846C3E9B-EF6A-40AD-B790-514DB061FFD5}" type="presOf" srcId="{2DA5E11D-B03D-4550-91F6-266F135FFBFD}" destId="{8F89330D-9233-42B1-B38D-B99833A0FB5F}" srcOrd="0" destOrd="0" presId="urn:microsoft.com/office/officeart/2008/layout/VerticalCurvedList"/>
    <dgm:cxn modelId="{C1C2F7A9-460D-49C2-A1E6-CD2960638423}" type="presOf" srcId="{9CFDEA0A-49E0-4B43-B447-8F44F72B40E3}" destId="{A209D225-FD72-43D6-83CC-7365FB5B7DAD}" srcOrd="0" destOrd="0" presId="urn:microsoft.com/office/officeart/2008/layout/VerticalCurvedList"/>
    <dgm:cxn modelId="{314AB6F5-2076-4D15-8452-3174222C30D8}" srcId="{82F3195C-143F-40B0-99ED-E3630DC7E882}" destId="{560CE43C-DE71-4BFA-B360-6908EAB1F25C}" srcOrd="0" destOrd="0" parTransId="{A9638D1C-29BF-4A7A-A4C7-DDCDE6E99C75}" sibTransId="{2DA5E11D-B03D-4550-91F6-266F135FFBFD}"/>
    <dgm:cxn modelId="{82E5E316-6C88-4747-95D8-1DC1F28087C1}" type="presParOf" srcId="{B1EEB505-2A6C-40B7-B0E2-59D1F4C10640}" destId="{587C0AEE-4846-48E3-BF77-CB6EF657A448}" srcOrd="0" destOrd="0" presId="urn:microsoft.com/office/officeart/2008/layout/VerticalCurvedList"/>
    <dgm:cxn modelId="{19E95F92-5CFE-41E2-9F60-025DED426DFD}" type="presParOf" srcId="{587C0AEE-4846-48E3-BF77-CB6EF657A448}" destId="{F90893EE-323B-425E-8389-03CE539FE374}" srcOrd="0" destOrd="0" presId="urn:microsoft.com/office/officeart/2008/layout/VerticalCurvedList"/>
    <dgm:cxn modelId="{E3494D82-3231-4240-8927-CCEE8C289C60}" type="presParOf" srcId="{F90893EE-323B-425E-8389-03CE539FE374}" destId="{2E34E7BB-46A0-489A-AFED-F7F542D7EB59}" srcOrd="0" destOrd="0" presId="urn:microsoft.com/office/officeart/2008/layout/VerticalCurvedList"/>
    <dgm:cxn modelId="{DC495E86-97F2-4E32-9A2A-FA9ED64A4DD1}" type="presParOf" srcId="{F90893EE-323B-425E-8389-03CE539FE374}" destId="{8F89330D-9233-42B1-B38D-B99833A0FB5F}" srcOrd="1" destOrd="0" presId="urn:microsoft.com/office/officeart/2008/layout/VerticalCurvedList"/>
    <dgm:cxn modelId="{F8223D92-AD87-4B58-971D-AB5A4D97C619}" type="presParOf" srcId="{F90893EE-323B-425E-8389-03CE539FE374}" destId="{7A1D7E8B-F011-44DF-A9CD-66ED75CBBC0B}" srcOrd="2" destOrd="0" presId="urn:microsoft.com/office/officeart/2008/layout/VerticalCurvedList"/>
    <dgm:cxn modelId="{D6C2576D-6B3F-4B23-861F-EA334DF9DE08}" type="presParOf" srcId="{F90893EE-323B-425E-8389-03CE539FE374}" destId="{19394386-0F1B-4FEE-B90B-E3E91863EE69}" srcOrd="3" destOrd="0" presId="urn:microsoft.com/office/officeart/2008/layout/VerticalCurvedList"/>
    <dgm:cxn modelId="{1062620C-E30E-4782-ACFD-2D7E37E3DCDA}" type="presParOf" srcId="{587C0AEE-4846-48E3-BF77-CB6EF657A448}" destId="{1EC28CFA-07E1-44F0-AE5D-58E5D1A6E691}" srcOrd="1" destOrd="0" presId="urn:microsoft.com/office/officeart/2008/layout/VerticalCurvedList"/>
    <dgm:cxn modelId="{62A56578-29E1-4E77-8E87-5E7F18941B3F}" type="presParOf" srcId="{587C0AEE-4846-48E3-BF77-CB6EF657A448}" destId="{E4F3985A-80E5-4D19-A3C8-341CCC338371}" srcOrd="2" destOrd="0" presId="urn:microsoft.com/office/officeart/2008/layout/VerticalCurvedList"/>
    <dgm:cxn modelId="{DFB4981B-4F08-4405-9DCF-9B5DD255D8FA}" type="presParOf" srcId="{E4F3985A-80E5-4D19-A3C8-341CCC338371}" destId="{84AADBF3-1B7F-45D7-8AB5-F5105887A548}" srcOrd="0" destOrd="0" presId="urn:microsoft.com/office/officeart/2008/layout/VerticalCurvedList"/>
    <dgm:cxn modelId="{CBF7F6EB-85CC-4DD2-819A-018484DEEF6A}" type="presParOf" srcId="{587C0AEE-4846-48E3-BF77-CB6EF657A448}" destId="{A209D225-FD72-43D6-83CC-7365FB5B7DAD}" srcOrd="3" destOrd="0" presId="urn:microsoft.com/office/officeart/2008/layout/VerticalCurvedList"/>
    <dgm:cxn modelId="{7AAA3B31-E6CC-456E-849E-107CD34DC86B}" type="presParOf" srcId="{587C0AEE-4846-48E3-BF77-CB6EF657A448}" destId="{063F5034-F327-43A9-8466-AED4B563E2CD}" srcOrd="4" destOrd="0" presId="urn:microsoft.com/office/officeart/2008/layout/VerticalCurvedList"/>
    <dgm:cxn modelId="{834053C1-D317-4727-B73D-5C7C15ABC8DB}" type="presParOf" srcId="{063F5034-F327-43A9-8466-AED4B563E2CD}" destId="{C56D56FA-227F-4780-9161-1EDFC7304FAF}" srcOrd="0" destOrd="0" presId="urn:microsoft.com/office/officeart/2008/layout/VerticalCurvedList"/>
    <dgm:cxn modelId="{1568C1F1-2E58-4C49-B76F-D34CB4A112D9}" type="presParOf" srcId="{587C0AEE-4846-48E3-BF77-CB6EF657A448}" destId="{DA185705-05E2-47BC-B406-6B436D645DD9}" srcOrd="5" destOrd="0" presId="urn:microsoft.com/office/officeart/2008/layout/VerticalCurvedList"/>
    <dgm:cxn modelId="{4B462AC7-C199-4B49-AF11-67F066D697AB}" type="presParOf" srcId="{587C0AEE-4846-48E3-BF77-CB6EF657A448}" destId="{B5284B97-023D-44CC-98F8-05A4F0A40468}" srcOrd="6" destOrd="0" presId="urn:microsoft.com/office/officeart/2008/layout/VerticalCurvedList"/>
    <dgm:cxn modelId="{180AA467-F191-4B6B-B20D-749CE2FBA24E}" type="presParOf" srcId="{B5284B97-023D-44CC-98F8-05A4F0A40468}" destId="{DCB574A7-FBDD-4F69-90CC-A458B0DCF7D4}"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28C369B-E8C1-8147-A415-94538C1C5F82}" type="doc">
      <dgm:prSet loTypeId="urn:microsoft.com/office/officeart/2005/8/layout/vList4" loCatId="" qsTypeId="urn:microsoft.com/office/officeart/2005/8/quickstyle/simple1" qsCatId="simple" csTypeId="urn:microsoft.com/office/officeart/2005/8/colors/accent1_2" csCatId="accent1" phldr="1"/>
      <dgm:spPr/>
      <dgm:t>
        <a:bodyPr/>
        <a:lstStyle/>
        <a:p>
          <a:endParaRPr lang="en-US"/>
        </a:p>
      </dgm:t>
    </dgm:pt>
    <dgm:pt modelId="{AD830FB2-21AB-FD4C-AA79-7937E595E3A7}">
      <dgm:prSet phldrT="[Text]"/>
      <dgm:spPr/>
      <dgm:t>
        <a:bodyPr/>
        <a:lstStyle/>
        <a:p>
          <a:r>
            <a:rPr lang="en-US" b="1" dirty="0">
              <a:solidFill>
                <a:schemeClr val="bg1"/>
              </a:solidFill>
              <a:latin typeface="+mn-lt"/>
            </a:rPr>
            <a:t>Explorable API</a:t>
          </a:r>
          <a:endParaRPr lang="en-US" dirty="0">
            <a:solidFill>
              <a:schemeClr val="bg1"/>
            </a:solidFill>
          </a:endParaRPr>
        </a:p>
      </dgm:t>
    </dgm:pt>
    <dgm:pt modelId="{B97DB671-82E2-E44E-B946-457BA998D9E7}" type="parTrans" cxnId="{9EF547D9-1098-064F-A12F-184DD3E41B98}">
      <dgm:prSet/>
      <dgm:spPr/>
      <dgm:t>
        <a:bodyPr/>
        <a:lstStyle/>
        <a:p>
          <a:endParaRPr lang="en-US"/>
        </a:p>
      </dgm:t>
    </dgm:pt>
    <dgm:pt modelId="{36C0B1F7-9166-2148-A1A7-22D972638B34}" type="sibTrans" cxnId="{9EF547D9-1098-064F-A12F-184DD3E41B98}">
      <dgm:prSet/>
      <dgm:spPr/>
      <dgm:t>
        <a:bodyPr/>
        <a:lstStyle/>
        <a:p>
          <a:endParaRPr lang="en-US"/>
        </a:p>
      </dgm:t>
    </dgm:pt>
    <dgm:pt modelId="{CCE70F36-4356-4449-818C-A2D0DFA87949}">
      <dgm:prSet/>
      <dgm:spPr/>
      <dgm:t>
        <a:bodyPr/>
        <a:lstStyle/>
        <a:p>
          <a:r>
            <a:rPr lang="en-US" b="1" dirty="0">
              <a:solidFill>
                <a:schemeClr val="bg1"/>
              </a:solidFill>
              <a:latin typeface="+mn-lt"/>
            </a:rPr>
            <a:t>Inline Documentation</a:t>
          </a:r>
        </a:p>
      </dgm:t>
    </dgm:pt>
    <dgm:pt modelId="{FA0A1881-D2B4-0C4C-821B-45EC2120B88C}" type="parTrans" cxnId="{527A7AFB-9BED-DF43-BD28-B7047A8482C6}">
      <dgm:prSet/>
      <dgm:spPr/>
      <dgm:t>
        <a:bodyPr/>
        <a:lstStyle/>
        <a:p>
          <a:endParaRPr lang="en-US"/>
        </a:p>
      </dgm:t>
    </dgm:pt>
    <dgm:pt modelId="{7DE83FBD-5034-F749-A391-D235046225B7}" type="sibTrans" cxnId="{527A7AFB-9BED-DF43-BD28-B7047A8482C6}">
      <dgm:prSet/>
      <dgm:spPr/>
      <dgm:t>
        <a:bodyPr/>
        <a:lstStyle/>
        <a:p>
          <a:endParaRPr lang="en-US"/>
        </a:p>
      </dgm:t>
    </dgm:pt>
    <dgm:pt modelId="{50EA1BF1-3E5B-304C-81D8-0734C09A0250}">
      <dgm:prSet/>
      <dgm:spPr/>
      <dgm:t>
        <a:bodyPr/>
        <a:lstStyle/>
        <a:p>
          <a:r>
            <a:rPr lang="en-US" b="1" dirty="0">
              <a:solidFill>
                <a:schemeClr val="bg1"/>
              </a:solidFill>
              <a:effectLst/>
              <a:latin typeface="+mn-lt"/>
            </a:rPr>
            <a:t>Simple Client Logic</a:t>
          </a:r>
        </a:p>
      </dgm:t>
    </dgm:pt>
    <dgm:pt modelId="{279C212F-97E8-CE46-B9FE-E8400BB0082E}" type="parTrans" cxnId="{BCC4A7B7-BCB7-0D46-9242-B3D7B46550BD}">
      <dgm:prSet/>
      <dgm:spPr/>
      <dgm:t>
        <a:bodyPr/>
        <a:lstStyle/>
        <a:p>
          <a:endParaRPr lang="en-US"/>
        </a:p>
      </dgm:t>
    </dgm:pt>
    <dgm:pt modelId="{E48A7865-7373-D642-B423-0DBF914E5F6D}" type="sibTrans" cxnId="{BCC4A7B7-BCB7-0D46-9242-B3D7B46550BD}">
      <dgm:prSet/>
      <dgm:spPr/>
      <dgm:t>
        <a:bodyPr/>
        <a:lstStyle/>
        <a:p>
          <a:endParaRPr lang="en-US"/>
        </a:p>
      </dgm:t>
    </dgm:pt>
    <dgm:pt modelId="{F78ABEC4-9106-D54C-BCC0-489F712D4B7D}" type="pres">
      <dgm:prSet presAssocID="{B28C369B-E8C1-8147-A415-94538C1C5F82}" presName="linear" presStyleCnt="0">
        <dgm:presLayoutVars>
          <dgm:dir/>
          <dgm:resizeHandles val="exact"/>
        </dgm:presLayoutVars>
      </dgm:prSet>
      <dgm:spPr/>
    </dgm:pt>
    <dgm:pt modelId="{15FEB4EF-EF17-DC4F-8993-02EA0403888F}" type="pres">
      <dgm:prSet presAssocID="{AD830FB2-21AB-FD4C-AA79-7937E595E3A7}" presName="comp" presStyleCnt="0"/>
      <dgm:spPr/>
    </dgm:pt>
    <dgm:pt modelId="{F125580E-9D9A-E64B-90DF-987343761D30}" type="pres">
      <dgm:prSet presAssocID="{AD830FB2-21AB-FD4C-AA79-7937E595E3A7}" presName="box" presStyleLbl="node1" presStyleIdx="0" presStyleCnt="3"/>
      <dgm:spPr/>
    </dgm:pt>
    <dgm:pt modelId="{DD52109B-A692-B24B-B27A-CDBBFEC930B6}" type="pres">
      <dgm:prSet presAssocID="{AD830FB2-21AB-FD4C-AA79-7937E595E3A7}" presName="img"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t="-10000" b="-10000"/>
          </a:stretch>
        </a:blipFill>
      </dgm:spPr>
      <dgm:extLst>
        <a:ext uri="{E40237B7-FDA0-4F09-8148-C483321AD2D9}">
          <dgm14:cNvPr xmlns:dgm14="http://schemas.microsoft.com/office/drawing/2010/diagram" id="0" name="" descr="Astronaut male with solid fill"/>
        </a:ext>
      </dgm:extLst>
    </dgm:pt>
    <dgm:pt modelId="{FED7639D-2F64-244A-8238-73A3DCF890C3}" type="pres">
      <dgm:prSet presAssocID="{AD830FB2-21AB-FD4C-AA79-7937E595E3A7}" presName="text" presStyleLbl="node1" presStyleIdx="0" presStyleCnt="3">
        <dgm:presLayoutVars>
          <dgm:bulletEnabled val="1"/>
        </dgm:presLayoutVars>
      </dgm:prSet>
      <dgm:spPr/>
    </dgm:pt>
    <dgm:pt modelId="{4C645C39-7D1E-5846-8BC3-3DB56BB6E7F3}" type="pres">
      <dgm:prSet presAssocID="{36C0B1F7-9166-2148-A1A7-22D972638B34}" presName="spacer" presStyleCnt="0"/>
      <dgm:spPr/>
    </dgm:pt>
    <dgm:pt modelId="{EAE73F40-D188-B342-B48D-024040ABF3C4}" type="pres">
      <dgm:prSet presAssocID="{CCE70F36-4356-4449-818C-A2D0DFA87949}" presName="comp" presStyleCnt="0"/>
      <dgm:spPr/>
    </dgm:pt>
    <dgm:pt modelId="{5FE500A8-2E46-A148-BE72-54CB90397F5E}" type="pres">
      <dgm:prSet presAssocID="{CCE70F36-4356-4449-818C-A2D0DFA87949}" presName="box" presStyleLbl="node1" presStyleIdx="1" presStyleCnt="3"/>
      <dgm:spPr/>
    </dgm:pt>
    <dgm:pt modelId="{7F495C71-3F2A-FF44-9C16-B4D93CF65645}" type="pres">
      <dgm:prSet presAssocID="{CCE70F36-4356-4449-818C-A2D0DFA87949}" presName="img"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List with solid fill"/>
        </a:ext>
      </dgm:extLst>
    </dgm:pt>
    <dgm:pt modelId="{BB7020AF-8D64-E742-B4EB-AF861D55E038}" type="pres">
      <dgm:prSet presAssocID="{CCE70F36-4356-4449-818C-A2D0DFA87949}" presName="text" presStyleLbl="node1" presStyleIdx="1" presStyleCnt="3">
        <dgm:presLayoutVars>
          <dgm:bulletEnabled val="1"/>
        </dgm:presLayoutVars>
      </dgm:prSet>
      <dgm:spPr/>
    </dgm:pt>
    <dgm:pt modelId="{D103021F-6A3E-854A-A463-482CF2DE0A42}" type="pres">
      <dgm:prSet presAssocID="{7DE83FBD-5034-F749-A391-D235046225B7}" presName="spacer" presStyleCnt="0"/>
      <dgm:spPr/>
    </dgm:pt>
    <dgm:pt modelId="{482BC48A-B3D3-8F4C-ACD5-DE52A8C8A3D2}" type="pres">
      <dgm:prSet presAssocID="{50EA1BF1-3E5B-304C-81D8-0734C09A0250}" presName="comp" presStyleCnt="0"/>
      <dgm:spPr/>
    </dgm:pt>
    <dgm:pt modelId="{155ED891-8BCF-2F4D-889A-93278A103521}" type="pres">
      <dgm:prSet presAssocID="{50EA1BF1-3E5B-304C-81D8-0734C09A0250}" presName="box" presStyleLbl="node1" presStyleIdx="2" presStyleCnt="3"/>
      <dgm:spPr/>
    </dgm:pt>
    <dgm:pt modelId="{3FE128D5-2645-7F40-9342-E63B123579ED}" type="pres">
      <dgm:prSet presAssocID="{50EA1BF1-3E5B-304C-81D8-0734C09A0250}" presName="img"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t="-10000" b="-10000"/>
          </a:stretch>
        </a:blipFill>
      </dgm:spPr>
      <dgm:extLst>
        <a:ext uri="{E40237B7-FDA0-4F09-8148-C483321AD2D9}">
          <dgm14:cNvPr xmlns:dgm14="http://schemas.microsoft.com/office/drawing/2010/diagram" id="0" name="" descr="Stopwatch 75% with solid fill"/>
        </a:ext>
      </dgm:extLst>
    </dgm:pt>
    <dgm:pt modelId="{F1B231F3-DF8B-C84C-8A1B-785E01D1532E}" type="pres">
      <dgm:prSet presAssocID="{50EA1BF1-3E5B-304C-81D8-0734C09A0250}" presName="text" presStyleLbl="node1" presStyleIdx="2" presStyleCnt="3">
        <dgm:presLayoutVars>
          <dgm:bulletEnabled val="1"/>
        </dgm:presLayoutVars>
      </dgm:prSet>
      <dgm:spPr/>
    </dgm:pt>
  </dgm:ptLst>
  <dgm:cxnLst>
    <dgm:cxn modelId="{0FB22714-6CE9-A741-B3A4-B927D460BF2A}" type="presOf" srcId="{CCE70F36-4356-4449-818C-A2D0DFA87949}" destId="{5FE500A8-2E46-A148-BE72-54CB90397F5E}" srcOrd="0" destOrd="0" presId="urn:microsoft.com/office/officeart/2005/8/layout/vList4"/>
    <dgm:cxn modelId="{F7899318-817C-3B45-B60F-B0EBFD59512E}" type="presOf" srcId="{B28C369B-E8C1-8147-A415-94538C1C5F82}" destId="{F78ABEC4-9106-D54C-BCC0-489F712D4B7D}" srcOrd="0" destOrd="0" presId="urn:microsoft.com/office/officeart/2005/8/layout/vList4"/>
    <dgm:cxn modelId="{534D481E-D9DD-3A4A-8FD8-379716AC59C5}" type="presOf" srcId="{50EA1BF1-3E5B-304C-81D8-0734C09A0250}" destId="{155ED891-8BCF-2F4D-889A-93278A103521}" srcOrd="0" destOrd="0" presId="urn:microsoft.com/office/officeart/2005/8/layout/vList4"/>
    <dgm:cxn modelId="{8E610B54-CE6B-8749-9AAA-40379E838944}" type="presOf" srcId="{AD830FB2-21AB-FD4C-AA79-7937E595E3A7}" destId="{F125580E-9D9A-E64B-90DF-987343761D30}" srcOrd="0" destOrd="0" presId="urn:microsoft.com/office/officeart/2005/8/layout/vList4"/>
    <dgm:cxn modelId="{E2BCA384-E1ED-B249-B4C7-CDD3CFA55AB9}" type="presOf" srcId="{50EA1BF1-3E5B-304C-81D8-0734C09A0250}" destId="{F1B231F3-DF8B-C84C-8A1B-785E01D1532E}" srcOrd="1" destOrd="0" presId="urn:microsoft.com/office/officeart/2005/8/layout/vList4"/>
    <dgm:cxn modelId="{C18964B6-702E-9744-BBA1-9A58B2C56288}" type="presOf" srcId="{CCE70F36-4356-4449-818C-A2D0DFA87949}" destId="{BB7020AF-8D64-E742-B4EB-AF861D55E038}" srcOrd="1" destOrd="0" presId="urn:microsoft.com/office/officeart/2005/8/layout/vList4"/>
    <dgm:cxn modelId="{BCC4A7B7-BCB7-0D46-9242-B3D7B46550BD}" srcId="{B28C369B-E8C1-8147-A415-94538C1C5F82}" destId="{50EA1BF1-3E5B-304C-81D8-0734C09A0250}" srcOrd="2" destOrd="0" parTransId="{279C212F-97E8-CE46-B9FE-E8400BB0082E}" sibTransId="{E48A7865-7373-D642-B423-0DBF914E5F6D}"/>
    <dgm:cxn modelId="{9EF547D9-1098-064F-A12F-184DD3E41B98}" srcId="{B28C369B-E8C1-8147-A415-94538C1C5F82}" destId="{AD830FB2-21AB-FD4C-AA79-7937E595E3A7}" srcOrd="0" destOrd="0" parTransId="{B97DB671-82E2-E44E-B946-457BA998D9E7}" sibTransId="{36C0B1F7-9166-2148-A1A7-22D972638B34}"/>
    <dgm:cxn modelId="{BCC872E7-1757-D441-BDEF-270200FA95BD}" type="presOf" srcId="{AD830FB2-21AB-FD4C-AA79-7937E595E3A7}" destId="{FED7639D-2F64-244A-8238-73A3DCF890C3}" srcOrd="1" destOrd="0" presId="urn:microsoft.com/office/officeart/2005/8/layout/vList4"/>
    <dgm:cxn modelId="{527A7AFB-9BED-DF43-BD28-B7047A8482C6}" srcId="{B28C369B-E8C1-8147-A415-94538C1C5F82}" destId="{CCE70F36-4356-4449-818C-A2D0DFA87949}" srcOrd="1" destOrd="0" parTransId="{FA0A1881-D2B4-0C4C-821B-45EC2120B88C}" sibTransId="{7DE83FBD-5034-F749-A391-D235046225B7}"/>
    <dgm:cxn modelId="{B20771D6-2545-4A4A-9B4B-13081F2FE9B0}" type="presParOf" srcId="{F78ABEC4-9106-D54C-BCC0-489F712D4B7D}" destId="{15FEB4EF-EF17-DC4F-8993-02EA0403888F}" srcOrd="0" destOrd="0" presId="urn:microsoft.com/office/officeart/2005/8/layout/vList4"/>
    <dgm:cxn modelId="{2B1A2FF0-47B3-3841-95EC-E9028360163D}" type="presParOf" srcId="{15FEB4EF-EF17-DC4F-8993-02EA0403888F}" destId="{F125580E-9D9A-E64B-90DF-987343761D30}" srcOrd="0" destOrd="0" presId="urn:microsoft.com/office/officeart/2005/8/layout/vList4"/>
    <dgm:cxn modelId="{EB729C88-48F1-0B4B-9E92-4C1A76AED16C}" type="presParOf" srcId="{15FEB4EF-EF17-DC4F-8993-02EA0403888F}" destId="{DD52109B-A692-B24B-B27A-CDBBFEC930B6}" srcOrd="1" destOrd="0" presId="urn:microsoft.com/office/officeart/2005/8/layout/vList4"/>
    <dgm:cxn modelId="{6CB09B64-E67D-1742-A35B-659E340DD7A2}" type="presParOf" srcId="{15FEB4EF-EF17-DC4F-8993-02EA0403888F}" destId="{FED7639D-2F64-244A-8238-73A3DCF890C3}" srcOrd="2" destOrd="0" presId="urn:microsoft.com/office/officeart/2005/8/layout/vList4"/>
    <dgm:cxn modelId="{610B6031-6F60-1A40-9D67-576F2B249D5B}" type="presParOf" srcId="{F78ABEC4-9106-D54C-BCC0-489F712D4B7D}" destId="{4C645C39-7D1E-5846-8BC3-3DB56BB6E7F3}" srcOrd="1" destOrd="0" presId="urn:microsoft.com/office/officeart/2005/8/layout/vList4"/>
    <dgm:cxn modelId="{0E99D1AF-24FC-FF44-B8FA-32D1BE1C436F}" type="presParOf" srcId="{F78ABEC4-9106-D54C-BCC0-489F712D4B7D}" destId="{EAE73F40-D188-B342-B48D-024040ABF3C4}" srcOrd="2" destOrd="0" presId="urn:microsoft.com/office/officeart/2005/8/layout/vList4"/>
    <dgm:cxn modelId="{DF451F2D-DC1B-C34E-806F-F731DAABD563}" type="presParOf" srcId="{EAE73F40-D188-B342-B48D-024040ABF3C4}" destId="{5FE500A8-2E46-A148-BE72-54CB90397F5E}" srcOrd="0" destOrd="0" presId="urn:microsoft.com/office/officeart/2005/8/layout/vList4"/>
    <dgm:cxn modelId="{2030DA9D-0B1B-4C40-BCF1-3FFB15F70502}" type="presParOf" srcId="{EAE73F40-D188-B342-B48D-024040ABF3C4}" destId="{7F495C71-3F2A-FF44-9C16-B4D93CF65645}" srcOrd="1" destOrd="0" presId="urn:microsoft.com/office/officeart/2005/8/layout/vList4"/>
    <dgm:cxn modelId="{14936860-B9C0-454F-B056-4D749EE523B7}" type="presParOf" srcId="{EAE73F40-D188-B342-B48D-024040ABF3C4}" destId="{BB7020AF-8D64-E742-B4EB-AF861D55E038}" srcOrd="2" destOrd="0" presId="urn:microsoft.com/office/officeart/2005/8/layout/vList4"/>
    <dgm:cxn modelId="{0D961E2B-844C-9545-BACF-B95E0C10BB55}" type="presParOf" srcId="{F78ABEC4-9106-D54C-BCC0-489F712D4B7D}" destId="{D103021F-6A3E-854A-A463-482CF2DE0A42}" srcOrd="3" destOrd="0" presId="urn:microsoft.com/office/officeart/2005/8/layout/vList4"/>
    <dgm:cxn modelId="{A038BAF3-69D0-104A-8305-5EFF567DFB2E}" type="presParOf" srcId="{F78ABEC4-9106-D54C-BCC0-489F712D4B7D}" destId="{482BC48A-B3D3-8F4C-ACD5-DE52A8C8A3D2}" srcOrd="4" destOrd="0" presId="urn:microsoft.com/office/officeart/2005/8/layout/vList4"/>
    <dgm:cxn modelId="{B07A21D6-ED83-7D42-83B4-1FB1C9119707}" type="presParOf" srcId="{482BC48A-B3D3-8F4C-ACD5-DE52A8C8A3D2}" destId="{155ED891-8BCF-2F4D-889A-93278A103521}" srcOrd="0" destOrd="0" presId="urn:microsoft.com/office/officeart/2005/8/layout/vList4"/>
    <dgm:cxn modelId="{C2ABA1E3-55F2-8C4C-B561-ECD5564B1BB8}" type="presParOf" srcId="{482BC48A-B3D3-8F4C-ACD5-DE52A8C8A3D2}" destId="{3FE128D5-2645-7F40-9342-E63B123579ED}" srcOrd="1" destOrd="0" presId="urn:microsoft.com/office/officeart/2005/8/layout/vList4"/>
    <dgm:cxn modelId="{B3594230-9859-7349-AF6A-BBABE633D432}" type="presParOf" srcId="{482BC48A-B3D3-8F4C-ACD5-DE52A8C8A3D2}" destId="{F1B231F3-DF8B-C84C-8A1B-785E01D1532E}"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C4965A7-1899-EB45-8DAA-28F7BBD2091F}" type="doc">
      <dgm:prSet loTypeId="urn:microsoft.com/office/officeart/2005/8/layout/vList4" loCatId="" qsTypeId="urn:microsoft.com/office/officeart/2005/8/quickstyle/simple1" qsCatId="simple" csTypeId="urn:microsoft.com/office/officeart/2005/8/colors/accent1_2" csCatId="accent1" phldr="1"/>
      <dgm:spPr/>
      <dgm:t>
        <a:bodyPr/>
        <a:lstStyle/>
        <a:p>
          <a:endParaRPr lang="en-US"/>
        </a:p>
      </dgm:t>
    </dgm:pt>
    <dgm:pt modelId="{BBA667C5-8A08-6F48-A824-D79215C7B41B}">
      <dgm:prSet phldrT="[Text]"/>
      <dgm:spPr/>
      <dgm:t>
        <a:bodyPr/>
        <a:lstStyle/>
        <a:p>
          <a:r>
            <a:rPr lang="en-US" b="1">
              <a:solidFill>
                <a:schemeClr val="bg1"/>
              </a:solidFill>
              <a:effectLst/>
              <a:latin typeface="+mn-lt"/>
            </a:rPr>
            <a:t>The server takes ownership of URL structures</a:t>
          </a:r>
          <a:endParaRPr lang="en-US"/>
        </a:p>
      </dgm:t>
    </dgm:pt>
    <dgm:pt modelId="{1EC8B17E-D914-2C4E-949E-4C965E590545}" type="parTrans" cxnId="{20344D13-F44E-164D-AD6E-18588D4C0724}">
      <dgm:prSet/>
      <dgm:spPr/>
      <dgm:t>
        <a:bodyPr/>
        <a:lstStyle/>
        <a:p>
          <a:endParaRPr lang="en-US"/>
        </a:p>
      </dgm:t>
    </dgm:pt>
    <dgm:pt modelId="{2AA5561F-3178-1A46-8C3D-7995A46847C6}" type="sibTrans" cxnId="{20344D13-F44E-164D-AD6E-18588D4C0724}">
      <dgm:prSet/>
      <dgm:spPr/>
      <dgm:t>
        <a:bodyPr/>
        <a:lstStyle/>
        <a:p>
          <a:endParaRPr lang="en-US"/>
        </a:p>
      </dgm:t>
    </dgm:pt>
    <dgm:pt modelId="{6F18B392-4498-C24B-B507-C7DE3BACC708}">
      <dgm:prSet/>
      <dgm:spPr/>
      <dgm:t>
        <a:bodyPr/>
        <a:lstStyle/>
        <a:p>
          <a:r>
            <a:rPr lang="en-US" b="1">
              <a:solidFill>
                <a:schemeClr val="bg1"/>
              </a:solidFill>
              <a:effectLst/>
              <a:latin typeface="+mn-lt"/>
            </a:rPr>
            <a:t>Off loading content to other services</a:t>
          </a:r>
          <a:endParaRPr lang="en-US" b="1" dirty="0">
            <a:solidFill>
              <a:schemeClr val="bg1"/>
            </a:solidFill>
            <a:effectLst/>
            <a:latin typeface="+mn-lt"/>
          </a:endParaRPr>
        </a:p>
      </dgm:t>
    </dgm:pt>
    <dgm:pt modelId="{D7B29D3B-5024-B046-9649-3F7C7E8F9589}" type="parTrans" cxnId="{3BFF2E63-3A13-0846-9340-98BE9C6C2A93}">
      <dgm:prSet/>
      <dgm:spPr/>
      <dgm:t>
        <a:bodyPr/>
        <a:lstStyle/>
        <a:p>
          <a:endParaRPr lang="en-US"/>
        </a:p>
      </dgm:t>
    </dgm:pt>
    <dgm:pt modelId="{F00E5F57-4CF3-044D-B0BA-0B506E9616E1}" type="sibTrans" cxnId="{3BFF2E63-3A13-0846-9340-98BE9C6C2A93}">
      <dgm:prSet/>
      <dgm:spPr/>
      <dgm:t>
        <a:bodyPr/>
        <a:lstStyle/>
        <a:p>
          <a:endParaRPr lang="en-US"/>
        </a:p>
      </dgm:t>
    </dgm:pt>
    <dgm:pt modelId="{08EE0707-3CB4-FF4C-903D-B6DA30E35970}">
      <dgm:prSet/>
      <dgm:spPr/>
      <dgm:t>
        <a:bodyPr/>
        <a:lstStyle/>
        <a:p>
          <a:r>
            <a:rPr lang="en-US" b="1">
              <a:solidFill>
                <a:schemeClr val="bg1"/>
              </a:solidFill>
              <a:effectLst/>
              <a:latin typeface="+mn-lt"/>
            </a:rPr>
            <a:t>Versioning with links</a:t>
          </a:r>
          <a:endParaRPr lang="en-US" b="1" dirty="0">
            <a:solidFill>
              <a:schemeClr val="bg1"/>
            </a:solidFill>
            <a:effectLst/>
            <a:latin typeface="+mn-lt"/>
          </a:endParaRPr>
        </a:p>
      </dgm:t>
    </dgm:pt>
    <dgm:pt modelId="{6CD4262B-4EA9-AD46-B730-9C86F3571947}" type="parTrans" cxnId="{80D448A7-3A3C-8549-BD15-D46DD365769A}">
      <dgm:prSet/>
      <dgm:spPr/>
      <dgm:t>
        <a:bodyPr/>
        <a:lstStyle/>
        <a:p>
          <a:endParaRPr lang="en-US"/>
        </a:p>
      </dgm:t>
    </dgm:pt>
    <dgm:pt modelId="{F5C99BBC-572E-1B4B-9DDB-9F6F82CDD033}" type="sibTrans" cxnId="{80D448A7-3A3C-8549-BD15-D46DD365769A}">
      <dgm:prSet/>
      <dgm:spPr/>
      <dgm:t>
        <a:bodyPr/>
        <a:lstStyle/>
        <a:p>
          <a:endParaRPr lang="en-US"/>
        </a:p>
      </dgm:t>
    </dgm:pt>
    <dgm:pt modelId="{A7D210C6-2DF5-F642-80B4-FBD01F7354F1}" type="pres">
      <dgm:prSet presAssocID="{7C4965A7-1899-EB45-8DAA-28F7BBD2091F}" presName="linear" presStyleCnt="0">
        <dgm:presLayoutVars>
          <dgm:dir/>
          <dgm:resizeHandles val="exact"/>
        </dgm:presLayoutVars>
      </dgm:prSet>
      <dgm:spPr/>
    </dgm:pt>
    <dgm:pt modelId="{AC9CA1C2-8342-BC49-976B-36D4B1EEFB5E}" type="pres">
      <dgm:prSet presAssocID="{BBA667C5-8A08-6F48-A824-D79215C7B41B}" presName="comp" presStyleCnt="0"/>
      <dgm:spPr/>
    </dgm:pt>
    <dgm:pt modelId="{0B001498-B170-284B-B901-EDC86FDFE16C}" type="pres">
      <dgm:prSet presAssocID="{BBA667C5-8A08-6F48-A824-D79215C7B41B}" presName="box" presStyleLbl="node1" presStyleIdx="0" presStyleCnt="3"/>
      <dgm:spPr/>
    </dgm:pt>
    <dgm:pt modelId="{DCAD0937-DCC0-324C-8E53-45D14DEBAD95}" type="pres">
      <dgm:prSet presAssocID="{BBA667C5-8A08-6F48-A824-D79215C7B41B}" presName="img"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t="-10000" b="-10000"/>
          </a:stretch>
        </a:blipFill>
      </dgm:spPr>
      <dgm:extLst>
        <a:ext uri="{E40237B7-FDA0-4F09-8148-C483321AD2D9}">
          <dgm14:cNvPr xmlns:dgm14="http://schemas.microsoft.com/office/drawing/2010/diagram" id="0" name="" descr="Download from cloud with solid fill"/>
        </a:ext>
      </dgm:extLst>
    </dgm:pt>
    <dgm:pt modelId="{3C3B913B-C080-9F40-83B5-BCDA801F8501}" type="pres">
      <dgm:prSet presAssocID="{BBA667C5-8A08-6F48-A824-D79215C7B41B}" presName="text" presStyleLbl="node1" presStyleIdx="0" presStyleCnt="3">
        <dgm:presLayoutVars>
          <dgm:bulletEnabled val="1"/>
        </dgm:presLayoutVars>
      </dgm:prSet>
      <dgm:spPr/>
    </dgm:pt>
    <dgm:pt modelId="{A55B5515-0B1F-6044-B380-E9059E9F83A7}" type="pres">
      <dgm:prSet presAssocID="{2AA5561F-3178-1A46-8C3D-7995A46847C6}" presName="spacer" presStyleCnt="0"/>
      <dgm:spPr/>
    </dgm:pt>
    <dgm:pt modelId="{12DD3D39-206E-1D43-B35B-E0DDF374A8E5}" type="pres">
      <dgm:prSet presAssocID="{6F18B392-4498-C24B-B507-C7DE3BACC708}" presName="comp" presStyleCnt="0"/>
      <dgm:spPr/>
    </dgm:pt>
    <dgm:pt modelId="{6368894A-5691-184D-B521-850555159993}" type="pres">
      <dgm:prSet presAssocID="{6F18B392-4498-C24B-B507-C7DE3BACC708}" presName="box" presStyleLbl="node1" presStyleIdx="1" presStyleCnt="3"/>
      <dgm:spPr/>
    </dgm:pt>
    <dgm:pt modelId="{E2FB709F-9979-7449-A171-E7CBDE66F5D2}" type="pres">
      <dgm:prSet presAssocID="{6F18B392-4498-C24B-B507-C7DE3BACC708}" presName="img"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t="-10000" b="-10000"/>
          </a:stretch>
        </a:blipFill>
      </dgm:spPr>
      <dgm:extLst>
        <a:ext uri="{E40237B7-FDA0-4F09-8148-C483321AD2D9}">
          <dgm14:cNvPr xmlns:dgm14="http://schemas.microsoft.com/office/drawing/2010/diagram" id="0" name="" descr="Network with solid fill"/>
        </a:ext>
      </dgm:extLst>
    </dgm:pt>
    <dgm:pt modelId="{94C15218-B7E3-2949-8F34-169143977D78}" type="pres">
      <dgm:prSet presAssocID="{6F18B392-4498-C24B-B507-C7DE3BACC708}" presName="text" presStyleLbl="node1" presStyleIdx="1" presStyleCnt="3">
        <dgm:presLayoutVars>
          <dgm:bulletEnabled val="1"/>
        </dgm:presLayoutVars>
      </dgm:prSet>
      <dgm:spPr/>
    </dgm:pt>
    <dgm:pt modelId="{799DC8D5-0AAE-7443-A443-7F2107A22DAE}" type="pres">
      <dgm:prSet presAssocID="{F00E5F57-4CF3-044D-B0BA-0B506E9616E1}" presName="spacer" presStyleCnt="0"/>
      <dgm:spPr/>
    </dgm:pt>
    <dgm:pt modelId="{774C82A9-148D-5A4D-BC9B-8C15962EB67B}" type="pres">
      <dgm:prSet presAssocID="{08EE0707-3CB4-FF4C-903D-B6DA30E35970}" presName="comp" presStyleCnt="0"/>
      <dgm:spPr/>
    </dgm:pt>
    <dgm:pt modelId="{B4C85744-2EEC-A046-90D8-29DB4136AA07}" type="pres">
      <dgm:prSet presAssocID="{08EE0707-3CB4-FF4C-903D-B6DA30E35970}" presName="box" presStyleLbl="node1" presStyleIdx="2" presStyleCnt="3"/>
      <dgm:spPr/>
    </dgm:pt>
    <dgm:pt modelId="{EBD521F3-1620-7B4F-A666-06065B16FD68}" type="pres">
      <dgm:prSet presAssocID="{08EE0707-3CB4-FF4C-903D-B6DA30E35970}" presName="img"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t="-10000" b="-10000"/>
          </a:stretch>
        </a:blipFill>
      </dgm:spPr>
      <dgm:extLst>
        <a:ext uri="{E40237B7-FDA0-4F09-8148-C483321AD2D9}">
          <dgm14:cNvPr xmlns:dgm14="http://schemas.microsoft.com/office/drawing/2010/diagram" id="0" name="" descr="Circles with arrows with solid fill"/>
        </a:ext>
      </dgm:extLst>
    </dgm:pt>
    <dgm:pt modelId="{DBAB7103-15D5-924B-855A-1F8C4F44CBA8}" type="pres">
      <dgm:prSet presAssocID="{08EE0707-3CB4-FF4C-903D-B6DA30E35970}" presName="text" presStyleLbl="node1" presStyleIdx="2" presStyleCnt="3">
        <dgm:presLayoutVars>
          <dgm:bulletEnabled val="1"/>
        </dgm:presLayoutVars>
      </dgm:prSet>
      <dgm:spPr/>
    </dgm:pt>
  </dgm:ptLst>
  <dgm:cxnLst>
    <dgm:cxn modelId="{E4532812-B262-004E-86CA-8E7025C8723C}" type="presOf" srcId="{BBA667C5-8A08-6F48-A824-D79215C7B41B}" destId="{0B001498-B170-284B-B901-EDC86FDFE16C}" srcOrd="0" destOrd="0" presId="urn:microsoft.com/office/officeart/2005/8/layout/vList4"/>
    <dgm:cxn modelId="{20344D13-F44E-164D-AD6E-18588D4C0724}" srcId="{7C4965A7-1899-EB45-8DAA-28F7BBD2091F}" destId="{BBA667C5-8A08-6F48-A824-D79215C7B41B}" srcOrd="0" destOrd="0" parTransId="{1EC8B17E-D914-2C4E-949E-4C965E590545}" sibTransId="{2AA5561F-3178-1A46-8C3D-7995A46847C6}"/>
    <dgm:cxn modelId="{9E25E732-5189-C94B-A3B9-EEA4A767D5C3}" type="presOf" srcId="{6F18B392-4498-C24B-B507-C7DE3BACC708}" destId="{94C15218-B7E3-2949-8F34-169143977D78}" srcOrd="1" destOrd="0" presId="urn:microsoft.com/office/officeart/2005/8/layout/vList4"/>
    <dgm:cxn modelId="{2BFB5D62-E70F-B14C-BFDD-8103AD676C9E}" type="presOf" srcId="{6F18B392-4498-C24B-B507-C7DE3BACC708}" destId="{6368894A-5691-184D-B521-850555159993}" srcOrd="0" destOrd="0" presId="urn:microsoft.com/office/officeart/2005/8/layout/vList4"/>
    <dgm:cxn modelId="{3BFF2E63-3A13-0846-9340-98BE9C6C2A93}" srcId="{7C4965A7-1899-EB45-8DAA-28F7BBD2091F}" destId="{6F18B392-4498-C24B-B507-C7DE3BACC708}" srcOrd="1" destOrd="0" parTransId="{D7B29D3B-5024-B046-9649-3F7C7E8F9589}" sibTransId="{F00E5F57-4CF3-044D-B0BA-0B506E9616E1}"/>
    <dgm:cxn modelId="{6809C971-06B1-2C4D-87BB-7D2D8C79590B}" type="presOf" srcId="{BBA667C5-8A08-6F48-A824-D79215C7B41B}" destId="{3C3B913B-C080-9F40-83B5-BCDA801F8501}" srcOrd="1" destOrd="0" presId="urn:microsoft.com/office/officeart/2005/8/layout/vList4"/>
    <dgm:cxn modelId="{E19A119B-B96B-B945-8173-20E10208D09B}" type="presOf" srcId="{08EE0707-3CB4-FF4C-903D-B6DA30E35970}" destId="{DBAB7103-15D5-924B-855A-1F8C4F44CBA8}" srcOrd="1" destOrd="0" presId="urn:microsoft.com/office/officeart/2005/8/layout/vList4"/>
    <dgm:cxn modelId="{80D448A7-3A3C-8549-BD15-D46DD365769A}" srcId="{7C4965A7-1899-EB45-8DAA-28F7BBD2091F}" destId="{08EE0707-3CB4-FF4C-903D-B6DA30E35970}" srcOrd="2" destOrd="0" parTransId="{6CD4262B-4EA9-AD46-B730-9C86F3571947}" sibTransId="{F5C99BBC-572E-1B4B-9DDB-9F6F82CDD033}"/>
    <dgm:cxn modelId="{AE0DF6B9-A82B-BC40-817B-64F2A6F8A5C8}" type="presOf" srcId="{7C4965A7-1899-EB45-8DAA-28F7BBD2091F}" destId="{A7D210C6-2DF5-F642-80B4-FBD01F7354F1}" srcOrd="0" destOrd="0" presId="urn:microsoft.com/office/officeart/2005/8/layout/vList4"/>
    <dgm:cxn modelId="{97AC35F4-F092-484E-AC50-F7BA32B910CA}" type="presOf" srcId="{08EE0707-3CB4-FF4C-903D-B6DA30E35970}" destId="{B4C85744-2EEC-A046-90D8-29DB4136AA07}" srcOrd="0" destOrd="0" presId="urn:microsoft.com/office/officeart/2005/8/layout/vList4"/>
    <dgm:cxn modelId="{3C258C26-44BE-D94B-BC90-31571493535A}" type="presParOf" srcId="{A7D210C6-2DF5-F642-80B4-FBD01F7354F1}" destId="{AC9CA1C2-8342-BC49-976B-36D4B1EEFB5E}" srcOrd="0" destOrd="0" presId="urn:microsoft.com/office/officeart/2005/8/layout/vList4"/>
    <dgm:cxn modelId="{AB07B5CA-2521-444A-BD5E-85868057B67D}" type="presParOf" srcId="{AC9CA1C2-8342-BC49-976B-36D4B1EEFB5E}" destId="{0B001498-B170-284B-B901-EDC86FDFE16C}" srcOrd="0" destOrd="0" presId="urn:microsoft.com/office/officeart/2005/8/layout/vList4"/>
    <dgm:cxn modelId="{5AD73077-AE0C-294D-893E-53E33F71A70E}" type="presParOf" srcId="{AC9CA1C2-8342-BC49-976B-36D4B1EEFB5E}" destId="{DCAD0937-DCC0-324C-8E53-45D14DEBAD95}" srcOrd="1" destOrd="0" presId="urn:microsoft.com/office/officeart/2005/8/layout/vList4"/>
    <dgm:cxn modelId="{EB0AF12D-F717-7A4E-AD98-8A7777149B14}" type="presParOf" srcId="{AC9CA1C2-8342-BC49-976B-36D4B1EEFB5E}" destId="{3C3B913B-C080-9F40-83B5-BCDA801F8501}" srcOrd="2" destOrd="0" presId="urn:microsoft.com/office/officeart/2005/8/layout/vList4"/>
    <dgm:cxn modelId="{8C5E1840-FD2D-E74C-A617-9E0AA346F607}" type="presParOf" srcId="{A7D210C6-2DF5-F642-80B4-FBD01F7354F1}" destId="{A55B5515-0B1F-6044-B380-E9059E9F83A7}" srcOrd="1" destOrd="0" presId="urn:microsoft.com/office/officeart/2005/8/layout/vList4"/>
    <dgm:cxn modelId="{1BE13EE4-CC06-C141-A76B-1ED52FA35AA7}" type="presParOf" srcId="{A7D210C6-2DF5-F642-80B4-FBD01F7354F1}" destId="{12DD3D39-206E-1D43-B35B-E0DDF374A8E5}" srcOrd="2" destOrd="0" presId="urn:microsoft.com/office/officeart/2005/8/layout/vList4"/>
    <dgm:cxn modelId="{E18DCC8C-B821-C044-9932-9CB47D6DF997}" type="presParOf" srcId="{12DD3D39-206E-1D43-B35B-E0DDF374A8E5}" destId="{6368894A-5691-184D-B521-850555159993}" srcOrd="0" destOrd="0" presId="urn:microsoft.com/office/officeart/2005/8/layout/vList4"/>
    <dgm:cxn modelId="{C38A7CA0-23BE-0F45-A9B3-A36EA27AA641}" type="presParOf" srcId="{12DD3D39-206E-1D43-B35B-E0DDF374A8E5}" destId="{E2FB709F-9979-7449-A171-E7CBDE66F5D2}" srcOrd="1" destOrd="0" presId="urn:microsoft.com/office/officeart/2005/8/layout/vList4"/>
    <dgm:cxn modelId="{2233AFDD-5858-1B4C-99A3-74FBB24DE9C1}" type="presParOf" srcId="{12DD3D39-206E-1D43-B35B-E0DDF374A8E5}" destId="{94C15218-B7E3-2949-8F34-169143977D78}" srcOrd="2" destOrd="0" presId="urn:microsoft.com/office/officeart/2005/8/layout/vList4"/>
    <dgm:cxn modelId="{E09DFEEB-1C23-D24B-9AEB-0A8B36C9A279}" type="presParOf" srcId="{A7D210C6-2DF5-F642-80B4-FBD01F7354F1}" destId="{799DC8D5-0AAE-7443-A443-7F2107A22DAE}" srcOrd="3" destOrd="0" presId="urn:microsoft.com/office/officeart/2005/8/layout/vList4"/>
    <dgm:cxn modelId="{C19C15B6-1E4C-E843-B99B-C2ABBF814D94}" type="presParOf" srcId="{A7D210C6-2DF5-F642-80B4-FBD01F7354F1}" destId="{774C82A9-148D-5A4D-BC9B-8C15962EB67B}" srcOrd="4" destOrd="0" presId="urn:microsoft.com/office/officeart/2005/8/layout/vList4"/>
    <dgm:cxn modelId="{205CE1F9-E2BB-C14A-A42C-F83EDBE7D872}" type="presParOf" srcId="{774C82A9-148D-5A4D-BC9B-8C15962EB67B}" destId="{B4C85744-2EEC-A046-90D8-29DB4136AA07}" srcOrd="0" destOrd="0" presId="urn:microsoft.com/office/officeart/2005/8/layout/vList4"/>
    <dgm:cxn modelId="{234540E4-1089-6F46-8369-EC6AB6A848F2}" type="presParOf" srcId="{774C82A9-148D-5A4D-BC9B-8C15962EB67B}" destId="{EBD521F3-1620-7B4F-A666-06065B16FD68}" srcOrd="1" destOrd="0" presId="urn:microsoft.com/office/officeart/2005/8/layout/vList4"/>
    <dgm:cxn modelId="{AEC22A97-77A8-6948-857E-5D5257C2B5ED}" type="presParOf" srcId="{774C82A9-148D-5A4D-BC9B-8C15962EB67B}" destId="{DBAB7103-15D5-924B-855A-1F8C4F44CBA8}"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4EB2C3-910E-BE4F-88E6-51F533A78049}">
      <dsp:nvSpPr>
        <dsp:cNvPr id="0" name=""/>
        <dsp:cNvSpPr/>
      </dsp:nvSpPr>
      <dsp:spPr>
        <a:xfrm>
          <a:off x="1149705" y="266763"/>
          <a:ext cx="3277819" cy="327774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dirty="0"/>
            <a:t>APIs</a:t>
          </a:r>
        </a:p>
      </dsp:txBody>
      <dsp:txXfrm>
        <a:off x="1629730" y="746778"/>
        <a:ext cx="2317769" cy="2317718"/>
      </dsp:txXfrm>
    </dsp:sp>
    <dsp:sp modelId="{EDEF7ED6-0B7B-034B-B25E-D9BE22A62D58}">
      <dsp:nvSpPr>
        <dsp:cNvPr id="0" name=""/>
        <dsp:cNvSpPr/>
      </dsp:nvSpPr>
      <dsp:spPr>
        <a:xfrm>
          <a:off x="3019958" y="117427"/>
          <a:ext cx="364540" cy="36453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0158F4-2606-3641-A298-35263EE5899E}">
      <dsp:nvSpPr>
        <dsp:cNvPr id="0" name=""/>
        <dsp:cNvSpPr/>
      </dsp:nvSpPr>
      <dsp:spPr>
        <a:xfrm>
          <a:off x="2156764" y="3300978"/>
          <a:ext cx="263956" cy="26421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6220DC-5940-984B-80FA-82E64EA76D6D}">
      <dsp:nvSpPr>
        <dsp:cNvPr id="0" name=""/>
        <dsp:cNvSpPr/>
      </dsp:nvSpPr>
      <dsp:spPr>
        <a:xfrm>
          <a:off x="4638446" y="1597009"/>
          <a:ext cx="263956" cy="26421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B72665-F28E-B344-91A4-C19F13C16D98}">
      <dsp:nvSpPr>
        <dsp:cNvPr id="0" name=""/>
        <dsp:cNvSpPr/>
      </dsp:nvSpPr>
      <dsp:spPr>
        <a:xfrm>
          <a:off x="3375355" y="3582038"/>
          <a:ext cx="364540" cy="36453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F6EA54-2D35-B842-BF48-7EF3B8C9A608}">
      <dsp:nvSpPr>
        <dsp:cNvPr id="0" name=""/>
        <dsp:cNvSpPr/>
      </dsp:nvSpPr>
      <dsp:spPr>
        <a:xfrm>
          <a:off x="2231745" y="635510"/>
          <a:ext cx="263956" cy="26421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4ACA36-CCE8-EA47-A41B-3A00AE6209F9}">
      <dsp:nvSpPr>
        <dsp:cNvPr id="0" name=""/>
        <dsp:cNvSpPr/>
      </dsp:nvSpPr>
      <dsp:spPr>
        <a:xfrm>
          <a:off x="1399641" y="2146874"/>
          <a:ext cx="263956" cy="26421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A578E5-D730-2446-8CEB-BB2027125B87}">
      <dsp:nvSpPr>
        <dsp:cNvPr id="0" name=""/>
        <dsp:cNvSpPr/>
      </dsp:nvSpPr>
      <dsp:spPr>
        <a:xfrm>
          <a:off x="125577" y="858366"/>
          <a:ext cx="1332585" cy="133215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HTTP</a:t>
          </a:r>
        </a:p>
      </dsp:txBody>
      <dsp:txXfrm>
        <a:off x="320730" y="1053456"/>
        <a:ext cx="942279" cy="941979"/>
      </dsp:txXfrm>
    </dsp:sp>
    <dsp:sp modelId="{BDF8E1FE-822C-3A44-8D9F-F0096B7F382E}">
      <dsp:nvSpPr>
        <dsp:cNvPr id="0" name=""/>
        <dsp:cNvSpPr/>
      </dsp:nvSpPr>
      <dsp:spPr>
        <a:xfrm>
          <a:off x="2651150" y="646997"/>
          <a:ext cx="364540" cy="36453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C90B88D-19CE-7C48-8A2E-33F08E795A7D}">
      <dsp:nvSpPr>
        <dsp:cNvPr id="0" name=""/>
        <dsp:cNvSpPr/>
      </dsp:nvSpPr>
      <dsp:spPr>
        <a:xfrm>
          <a:off x="250545" y="2581099"/>
          <a:ext cx="658977" cy="65899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2278B3-8DF2-6D4A-BE68-0EE923BA62B7}">
      <dsp:nvSpPr>
        <dsp:cNvPr id="0" name=""/>
        <dsp:cNvSpPr/>
      </dsp:nvSpPr>
      <dsp:spPr>
        <a:xfrm>
          <a:off x="4763414" y="231535"/>
          <a:ext cx="1332585" cy="133215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REST</a:t>
          </a:r>
        </a:p>
      </dsp:txBody>
      <dsp:txXfrm>
        <a:off x="4958567" y="426625"/>
        <a:ext cx="942279" cy="941979"/>
      </dsp:txXfrm>
    </dsp:sp>
    <dsp:sp modelId="{B8F3919B-4FF2-3542-AA6D-CEE8E70638E9}">
      <dsp:nvSpPr>
        <dsp:cNvPr id="0" name=""/>
        <dsp:cNvSpPr/>
      </dsp:nvSpPr>
      <dsp:spPr>
        <a:xfrm>
          <a:off x="4169054" y="1151296"/>
          <a:ext cx="364540" cy="36453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8F798B-F28C-D24A-9137-A3BAD528B826}">
      <dsp:nvSpPr>
        <dsp:cNvPr id="0" name=""/>
        <dsp:cNvSpPr/>
      </dsp:nvSpPr>
      <dsp:spPr>
        <a:xfrm>
          <a:off x="0" y="3365308"/>
          <a:ext cx="263956" cy="26421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5DD1AA5-83F9-1E41-9CE4-03C3C87BCC0B}">
      <dsp:nvSpPr>
        <dsp:cNvPr id="0" name=""/>
        <dsp:cNvSpPr/>
      </dsp:nvSpPr>
      <dsp:spPr>
        <a:xfrm>
          <a:off x="2632252" y="2989286"/>
          <a:ext cx="263956" cy="26421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9330D-9233-42B1-B38D-B99833A0FB5F}">
      <dsp:nvSpPr>
        <dsp:cNvPr id="0" name=""/>
        <dsp:cNvSpPr/>
      </dsp:nvSpPr>
      <dsp:spPr>
        <a:xfrm>
          <a:off x="-4594335" y="-704407"/>
          <a:ext cx="5472816" cy="5472816"/>
        </a:xfrm>
        <a:prstGeom prst="blockArc">
          <a:avLst>
            <a:gd name="adj1" fmla="val 18900000"/>
            <a:gd name="adj2" fmla="val 2700000"/>
            <a:gd name="adj3" fmla="val 395"/>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C28CFA-07E1-44F0-AE5D-58E5D1A6E691}">
      <dsp:nvSpPr>
        <dsp:cNvPr id="0" name=""/>
        <dsp:cNvSpPr/>
      </dsp:nvSpPr>
      <dsp:spPr>
        <a:xfrm>
          <a:off x="564979" y="406400"/>
          <a:ext cx="6410732" cy="81280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71120" rIns="71120" bIns="71120" numCol="1" spcCol="1270" anchor="ctr" anchorCtr="0">
          <a:noAutofit/>
        </a:bodyPr>
        <a:lstStyle/>
        <a:p>
          <a:pPr marL="0" lvl="0" indent="0" algn="l" defTabSz="1244600">
            <a:lnSpc>
              <a:spcPct val="90000"/>
            </a:lnSpc>
            <a:spcBef>
              <a:spcPct val="0"/>
            </a:spcBef>
            <a:spcAft>
              <a:spcPct val="35000"/>
            </a:spcAft>
            <a:buNone/>
          </a:pPr>
          <a:r>
            <a:rPr lang="en-US" sz="2800" b="1" kern="1200" dirty="0"/>
            <a:t>Profile Links</a:t>
          </a:r>
        </a:p>
      </dsp:txBody>
      <dsp:txXfrm>
        <a:off x="564979" y="406400"/>
        <a:ext cx="6410732" cy="812800"/>
      </dsp:txXfrm>
    </dsp:sp>
    <dsp:sp modelId="{84AADBF3-1B7F-45D7-8AB5-F5105887A548}">
      <dsp:nvSpPr>
        <dsp:cNvPr id="0" name=""/>
        <dsp:cNvSpPr/>
      </dsp:nvSpPr>
      <dsp:spPr>
        <a:xfrm>
          <a:off x="56979" y="304800"/>
          <a:ext cx="1016000" cy="101600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209D225-FD72-43D6-83CC-7365FB5B7DAD}">
      <dsp:nvSpPr>
        <dsp:cNvPr id="0" name=""/>
        <dsp:cNvSpPr/>
      </dsp:nvSpPr>
      <dsp:spPr>
        <a:xfrm>
          <a:off x="860432" y="1625599"/>
          <a:ext cx="6115279" cy="81280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71120" rIns="71120" bIns="71120" numCol="1" spcCol="1270" anchor="ctr" anchorCtr="0">
          <a:noAutofit/>
        </a:bodyPr>
        <a:lstStyle/>
        <a:p>
          <a:pPr marL="0" lvl="0" indent="0" algn="l" defTabSz="1244600">
            <a:lnSpc>
              <a:spcPct val="90000"/>
            </a:lnSpc>
            <a:spcBef>
              <a:spcPct val="0"/>
            </a:spcBef>
            <a:spcAft>
              <a:spcPct val="35000"/>
            </a:spcAft>
            <a:buNone/>
          </a:pPr>
          <a:r>
            <a:rPr lang="en-US" sz="2800" b="1" i="0" kern="1200" dirty="0"/>
            <a:t>Schema Information</a:t>
          </a:r>
          <a:endParaRPr lang="en-US" sz="2800" b="1" kern="1200" dirty="0"/>
        </a:p>
      </dsp:txBody>
      <dsp:txXfrm>
        <a:off x="860432" y="1625599"/>
        <a:ext cx="6115279" cy="812800"/>
      </dsp:txXfrm>
    </dsp:sp>
    <dsp:sp modelId="{C56D56FA-227F-4780-9161-1EDFC7304FAF}">
      <dsp:nvSpPr>
        <dsp:cNvPr id="0" name=""/>
        <dsp:cNvSpPr/>
      </dsp:nvSpPr>
      <dsp:spPr>
        <a:xfrm>
          <a:off x="352432" y="1523999"/>
          <a:ext cx="1016000" cy="101600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A185705-05E2-47BC-B406-6B436D645DD9}">
      <dsp:nvSpPr>
        <dsp:cNvPr id="0" name=""/>
        <dsp:cNvSpPr/>
      </dsp:nvSpPr>
      <dsp:spPr>
        <a:xfrm>
          <a:off x="564979" y="2844800"/>
          <a:ext cx="6410732" cy="81280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71120" rIns="71120" bIns="71120" numCol="1" spcCol="1270" anchor="ctr" anchorCtr="0">
          <a:noAutofit/>
        </a:bodyPr>
        <a:lstStyle/>
        <a:p>
          <a:pPr marL="0" lvl="0" indent="0" algn="l" defTabSz="1244600">
            <a:lnSpc>
              <a:spcPct val="90000"/>
            </a:lnSpc>
            <a:spcBef>
              <a:spcPct val="0"/>
            </a:spcBef>
            <a:spcAft>
              <a:spcPct val="35000"/>
            </a:spcAft>
            <a:buNone/>
          </a:pPr>
          <a:r>
            <a:rPr lang="en-US" sz="2800" b="1" kern="1200" dirty="0"/>
            <a:t>Authentication and Authorization</a:t>
          </a:r>
        </a:p>
      </dsp:txBody>
      <dsp:txXfrm>
        <a:off x="564979" y="2844800"/>
        <a:ext cx="6410732" cy="812800"/>
      </dsp:txXfrm>
    </dsp:sp>
    <dsp:sp modelId="{DCB574A7-FBDD-4F69-90CC-A458B0DCF7D4}">
      <dsp:nvSpPr>
        <dsp:cNvPr id="0" name=""/>
        <dsp:cNvSpPr/>
      </dsp:nvSpPr>
      <dsp:spPr>
        <a:xfrm>
          <a:off x="56979" y="2743200"/>
          <a:ext cx="1016000" cy="101600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25580E-9D9A-E64B-90DF-987343761D30}">
      <dsp:nvSpPr>
        <dsp:cNvPr id="0" name=""/>
        <dsp:cNvSpPr/>
      </dsp:nvSpPr>
      <dsp:spPr>
        <a:xfrm>
          <a:off x="0" y="0"/>
          <a:ext cx="6096000" cy="1269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1" kern="1200" dirty="0">
              <a:solidFill>
                <a:schemeClr val="bg1"/>
              </a:solidFill>
              <a:latin typeface="+mn-lt"/>
            </a:rPr>
            <a:t>Explorable API</a:t>
          </a:r>
          <a:endParaRPr lang="en-US" sz="3700" kern="1200" dirty="0">
            <a:solidFill>
              <a:schemeClr val="bg1"/>
            </a:solidFill>
          </a:endParaRPr>
        </a:p>
      </dsp:txBody>
      <dsp:txXfrm>
        <a:off x="1346200" y="0"/>
        <a:ext cx="4749800" cy="1269999"/>
      </dsp:txXfrm>
    </dsp:sp>
    <dsp:sp modelId="{DD52109B-A692-B24B-B27A-CDBBFEC930B6}">
      <dsp:nvSpPr>
        <dsp:cNvPr id="0" name=""/>
        <dsp:cNvSpPr/>
      </dsp:nvSpPr>
      <dsp:spPr>
        <a:xfrm>
          <a:off x="126999" y="126999"/>
          <a:ext cx="1219200" cy="1015999"/>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10000" b="-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FE500A8-2E46-A148-BE72-54CB90397F5E}">
      <dsp:nvSpPr>
        <dsp:cNvPr id="0" name=""/>
        <dsp:cNvSpPr/>
      </dsp:nvSpPr>
      <dsp:spPr>
        <a:xfrm>
          <a:off x="0" y="1396999"/>
          <a:ext cx="6096000" cy="1269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1" kern="1200" dirty="0">
              <a:solidFill>
                <a:schemeClr val="bg1"/>
              </a:solidFill>
              <a:latin typeface="+mn-lt"/>
            </a:rPr>
            <a:t>Inline Documentation</a:t>
          </a:r>
        </a:p>
      </dsp:txBody>
      <dsp:txXfrm>
        <a:off x="1346200" y="1396999"/>
        <a:ext cx="4749800" cy="1269999"/>
      </dsp:txXfrm>
    </dsp:sp>
    <dsp:sp modelId="{7F495C71-3F2A-FF44-9C16-B4D93CF65645}">
      <dsp:nvSpPr>
        <dsp:cNvPr id="0" name=""/>
        <dsp:cNvSpPr/>
      </dsp:nvSpPr>
      <dsp:spPr>
        <a:xfrm>
          <a:off x="126999" y="1523999"/>
          <a:ext cx="1219200" cy="1015999"/>
        </a:xfrm>
        <a:prstGeom prst="roundRect">
          <a:avLst>
            <a:gd name="adj" fmla="val 10000"/>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10000" b="-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55ED891-8BCF-2F4D-889A-93278A103521}">
      <dsp:nvSpPr>
        <dsp:cNvPr id="0" name=""/>
        <dsp:cNvSpPr/>
      </dsp:nvSpPr>
      <dsp:spPr>
        <a:xfrm>
          <a:off x="0" y="2793999"/>
          <a:ext cx="6096000" cy="1269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1" kern="1200" dirty="0">
              <a:solidFill>
                <a:schemeClr val="bg1"/>
              </a:solidFill>
              <a:effectLst/>
              <a:latin typeface="+mn-lt"/>
            </a:rPr>
            <a:t>Simple Client Logic</a:t>
          </a:r>
        </a:p>
      </dsp:txBody>
      <dsp:txXfrm>
        <a:off x="1346200" y="2793999"/>
        <a:ext cx="4749800" cy="1269999"/>
      </dsp:txXfrm>
    </dsp:sp>
    <dsp:sp modelId="{3FE128D5-2645-7F40-9342-E63B123579ED}">
      <dsp:nvSpPr>
        <dsp:cNvPr id="0" name=""/>
        <dsp:cNvSpPr/>
      </dsp:nvSpPr>
      <dsp:spPr>
        <a:xfrm>
          <a:off x="126999" y="2920999"/>
          <a:ext cx="1219200" cy="1015999"/>
        </a:xfrm>
        <a:prstGeom prst="roundRect">
          <a:avLst>
            <a:gd name="adj" fmla="val 10000"/>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10000" b="-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001498-B170-284B-B901-EDC86FDFE16C}">
      <dsp:nvSpPr>
        <dsp:cNvPr id="0" name=""/>
        <dsp:cNvSpPr/>
      </dsp:nvSpPr>
      <dsp:spPr>
        <a:xfrm>
          <a:off x="0" y="0"/>
          <a:ext cx="6096000" cy="1269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solidFill>
                <a:schemeClr val="bg1"/>
              </a:solidFill>
              <a:effectLst/>
              <a:latin typeface="+mn-lt"/>
            </a:rPr>
            <a:t>The server takes ownership of URL structures</a:t>
          </a:r>
          <a:endParaRPr lang="en-US" sz="2700" kern="1200"/>
        </a:p>
      </dsp:txBody>
      <dsp:txXfrm>
        <a:off x="1346200" y="0"/>
        <a:ext cx="4749800" cy="1269999"/>
      </dsp:txXfrm>
    </dsp:sp>
    <dsp:sp modelId="{DCAD0937-DCC0-324C-8E53-45D14DEBAD95}">
      <dsp:nvSpPr>
        <dsp:cNvPr id="0" name=""/>
        <dsp:cNvSpPr/>
      </dsp:nvSpPr>
      <dsp:spPr>
        <a:xfrm>
          <a:off x="126999" y="126999"/>
          <a:ext cx="1219200" cy="1015999"/>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10000" b="-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368894A-5691-184D-B521-850555159993}">
      <dsp:nvSpPr>
        <dsp:cNvPr id="0" name=""/>
        <dsp:cNvSpPr/>
      </dsp:nvSpPr>
      <dsp:spPr>
        <a:xfrm>
          <a:off x="0" y="1396999"/>
          <a:ext cx="6096000" cy="1269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solidFill>
                <a:schemeClr val="bg1"/>
              </a:solidFill>
              <a:effectLst/>
              <a:latin typeface="+mn-lt"/>
            </a:rPr>
            <a:t>Off loading content to other services</a:t>
          </a:r>
          <a:endParaRPr lang="en-US" sz="2700" b="1" kern="1200" dirty="0">
            <a:solidFill>
              <a:schemeClr val="bg1"/>
            </a:solidFill>
            <a:effectLst/>
            <a:latin typeface="+mn-lt"/>
          </a:endParaRPr>
        </a:p>
      </dsp:txBody>
      <dsp:txXfrm>
        <a:off x="1346200" y="1396999"/>
        <a:ext cx="4749800" cy="1269999"/>
      </dsp:txXfrm>
    </dsp:sp>
    <dsp:sp modelId="{E2FB709F-9979-7449-A171-E7CBDE66F5D2}">
      <dsp:nvSpPr>
        <dsp:cNvPr id="0" name=""/>
        <dsp:cNvSpPr/>
      </dsp:nvSpPr>
      <dsp:spPr>
        <a:xfrm>
          <a:off x="126999" y="1523999"/>
          <a:ext cx="1219200" cy="1015999"/>
        </a:xfrm>
        <a:prstGeom prst="roundRect">
          <a:avLst>
            <a:gd name="adj" fmla="val 10000"/>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10000" b="-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4C85744-2EEC-A046-90D8-29DB4136AA07}">
      <dsp:nvSpPr>
        <dsp:cNvPr id="0" name=""/>
        <dsp:cNvSpPr/>
      </dsp:nvSpPr>
      <dsp:spPr>
        <a:xfrm>
          <a:off x="0" y="2793999"/>
          <a:ext cx="6096000" cy="1269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solidFill>
                <a:schemeClr val="bg1"/>
              </a:solidFill>
              <a:effectLst/>
              <a:latin typeface="+mn-lt"/>
            </a:rPr>
            <a:t>Versioning with links</a:t>
          </a:r>
          <a:endParaRPr lang="en-US" sz="2700" b="1" kern="1200" dirty="0">
            <a:solidFill>
              <a:schemeClr val="bg1"/>
            </a:solidFill>
            <a:effectLst/>
            <a:latin typeface="+mn-lt"/>
          </a:endParaRPr>
        </a:p>
      </dsp:txBody>
      <dsp:txXfrm>
        <a:off x="1346200" y="2793999"/>
        <a:ext cx="4749800" cy="1269999"/>
      </dsp:txXfrm>
    </dsp:sp>
    <dsp:sp modelId="{EBD521F3-1620-7B4F-A666-06065B16FD68}">
      <dsp:nvSpPr>
        <dsp:cNvPr id="0" name=""/>
        <dsp:cNvSpPr/>
      </dsp:nvSpPr>
      <dsp:spPr>
        <a:xfrm>
          <a:off x="126999" y="2920999"/>
          <a:ext cx="1219200" cy="1015999"/>
        </a:xfrm>
        <a:prstGeom prst="roundRect">
          <a:avLst>
            <a:gd name="adj" fmla="val 10000"/>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10000" b="-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7f9262ee2f_0_26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7f9262ee2f_0_26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7290233416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7290233416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7290233416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729023341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7290233416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729023341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6830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7f9262ee2f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7f9262ee2f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29023341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29023341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6238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7290233416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729023341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11101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29023341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29023341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29023341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29023341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08311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lgn="l">
              <a:buNone/>
            </a:pPr>
            <a:r>
              <a:rPr lang="en-US" b="0" i="0" dirty="0">
                <a:solidFill>
                  <a:srgbClr val="0F0F0F"/>
                </a:solidFill>
                <a:effectLst/>
                <a:latin typeface="+mn-lt"/>
              </a:rPr>
              <a:t>Profile Information:</a:t>
            </a:r>
          </a:p>
          <a:p>
            <a:pPr algn="l">
              <a:buFont typeface="Arial" panose="020B0604020202020204" pitchFamily="34" charset="0"/>
              <a:buChar char="•"/>
            </a:pPr>
            <a:r>
              <a:rPr lang="en-US" b="1" i="0" dirty="0">
                <a:solidFill>
                  <a:srgbClr val="0F0F0F"/>
                </a:solidFill>
                <a:effectLst/>
                <a:latin typeface="+mn-lt"/>
              </a:rPr>
              <a:t>Profile Links:</a:t>
            </a:r>
            <a:r>
              <a:rPr lang="en-US" b="0" i="0" dirty="0">
                <a:solidFill>
                  <a:srgbClr val="0F0F0F"/>
                </a:solidFill>
                <a:effectLst/>
                <a:latin typeface="+mn-lt"/>
              </a:rPr>
              <a:t> Links to profiles or schemas that define the structure and semantics of the resource's data. This helps clients understand the data format and meaning.</a:t>
            </a:r>
          </a:p>
          <a:p>
            <a:pPr algn="l">
              <a:buFont typeface="Arial" panose="020B0604020202020204" pitchFamily="34" charset="0"/>
              <a:buChar char="•"/>
            </a:pPr>
            <a:r>
              <a:rPr lang="en-US" b="1" i="0" dirty="0">
                <a:solidFill>
                  <a:srgbClr val="0F0F0F"/>
                </a:solidFill>
                <a:effectLst/>
                <a:latin typeface="+mn-lt"/>
              </a:rPr>
              <a:t>Schema Information:</a:t>
            </a:r>
            <a:r>
              <a:rPr lang="en-US" b="0" i="0" dirty="0">
                <a:solidFill>
                  <a:srgbClr val="0F0F0F"/>
                </a:solidFill>
                <a:effectLst/>
                <a:latin typeface="+mn-lt"/>
              </a:rPr>
              <a:t> Metadata about the structure of the resource, such as JSON Schema or XML Schema, which specifies the expected data structure.</a:t>
            </a:r>
          </a:p>
          <a:p>
            <a:pPr marL="158750" indent="0">
              <a:buNone/>
            </a:pPr>
            <a:endParaRPr lang="en-US" dirty="0">
              <a:latin typeface="+mn-lt"/>
            </a:endParaRPr>
          </a:p>
          <a:p>
            <a:pPr marL="158750" indent="0" algn="l">
              <a:buNone/>
            </a:pPr>
            <a:r>
              <a:rPr lang="en-US" b="0" i="0" dirty="0">
                <a:solidFill>
                  <a:srgbClr val="0F0F0F"/>
                </a:solidFill>
                <a:effectLst/>
                <a:latin typeface="+mn-lt"/>
              </a:rPr>
              <a:t>Authentication and Authorization:</a:t>
            </a:r>
          </a:p>
          <a:p>
            <a:pPr algn="l">
              <a:buFont typeface="Arial" panose="020B0604020202020204" pitchFamily="34" charset="0"/>
              <a:buChar char="•"/>
            </a:pPr>
            <a:r>
              <a:rPr lang="en-US" b="1" i="0" dirty="0">
                <a:solidFill>
                  <a:srgbClr val="0F0F0F"/>
                </a:solidFill>
                <a:effectLst/>
                <a:latin typeface="+mn-lt"/>
              </a:rPr>
              <a:t>Authentication Metadata:</a:t>
            </a:r>
            <a:r>
              <a:rPr lang="en-US" b="0" i="0" dirty="0">
                <a:solidFill>
                  <a:srgbClr val="0F0F0F"/>
                </a:solidFill>
                <a:effectLst/>
                <a:latin typeface="+mn-lt"/>
              </a:rPr>
              <a:t> Information on how to authenticate with the API, such as API keys or OAuth tokens.</a:t>
            </a:r>
          </a:p>
          <a:p>
            <a:pPr algn="l">
              <a:buFont typeface="Arial" panose="020B0604020202020204" pitchFamily="34" charset="0"/>
              <a:buChar char="•"/>
            </a:pPr>
            <a:r>
              <a:rPr lang="en-US" b="1" i="0" dirty="0">
                <a:solidFill>
                  <a:srgbClr val="0F0F0F"/>
                </a:solidFill>
                <a:effectLst/>
                <a:latin typeface="+mn-lt"/>
              </a:rPr>
              <a:t>Authorization Metadata:</a:t>
            </a:r>
            <a:r>
              <a:rPr lang="en-US" b="0" i="0" dirty="0">
                <a:solidFill>
                  <a:srgbClr val="0F0F0F"/>
                </a:solidFill>
                <a:effectLst/>
                <a:latin typeface="+mn-lt"/>
              </a:rPr>
              <a:t> Specifies the permissions or roles required to access specific resources or perform certain actions.</a:t>
            </a:r>
          </a:p>
          <a:p>
            <a:pPr marL="158750" indent="0">
              <a:buNone/>
            </a:pPr>
            <a:endParaRPr lang="en-US" dirty="0"/>
          </a:p>
        </p:txBody>
      </p:sp>
    </p:spTree>
    <p:extLst>
      <p:ext uri="{BB962C8B-B14F-4D97-AF65-F5344CB8AC3E}">
        <p14:creationId xmlns:p14="http://schemas.microsoft.com/office/powerpoint/2010/main" val="3933783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7f9262ee2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7f9262ee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27637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7f9262ee2f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7f9262ee2f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8"/>
        <p:cNvGrpSpPr/>
        <p:nvPr/>
      </p:nvGrpSpPr>
      <p:grpSpPr>
        <a:xfrm>
          <a:off x="0" y="0"/>
          <a:ext cx="0" cy="0"/>
          <a:chOff x="0" y="0"/>
          <a:chExt cx="0" cy="0"/>
        </a:xfrm>
      </p:grpSpPr>
      <p:sp>
        <p:nvSpPr>
          <p:cNvPr id="2149" name="Google Shape;2149;g7f9262ee2f_0_263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0" name="Google Shape;2150;g7f9262ee2f_0_26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5"/>
        <p:cNvGrpSpPr/>
        <p:nvPr/>
      </p:nvGrpSpPr>
      <p:grpSpPr>
        <a:xfrm>
          <a:off x="0" y="0"/>
          <a:ext cx="0" cy="0"/>
          <a:chOff x="0" y="0"/>
          <a:chExt cx="0" cy="0"/>
        </a:xfrm>
      </p:grpSpPr>
      <p:sp>
        <p:nvSpPr>
          <p:cNvPr id="2156" name="Google Shape;2156;g7f9262ee2f_0_26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7" name="Google Shape;2157;g7f9262ee2f_0_26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175900" y="1950100"/>
            <a:ext cx="4792200" cy="644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600"/>
              <a:buNone/>
              <a:defRPr sz="3600" b="1">
                <a:solidFill>
                  <a:schemeClr val="lt1"/>
                </a:solidFill>
              </a:defRPr>
            </a:lvl1pPr>
            <a:lvl2pPr lvl="1" algn="ctr">
              <a:spcBef>
                <a:spcPts val="0"/>
              </a:spcBef>
              <a:spcAft>
                <a:spcPts val="0"/>
              </a:spcAft>
              <a:buClr>
                <a:schemeClr val="lt1"/>
              </a:buClr>
              <a:buSzPts val="3600"/>
              <a:buNone/>
              <a:defRPr sz="3600" b="1">
                <a:solidFill>
                  <a:schemeClr val="lt1"/>
                </a:solidFill>
              </a:defRPr>
            </a:lvl2pPr>
            <a:lvl3pPr lvl="2" algn="ctr">
              <a:spcBef>
                <a:spcPts val="0"/>
              </a:spcBef>
              <a:spcAft>
                <a:spcPts val="0"/>
              </a:spcAft>
              <a:buClr>
                <a:schemeClr val="lt1"/>
              </a:buClr>
              <a:buSzPts val="3600"/>
              <a:buNone/>
              <a:defRPr sz="3600" b="1">
                <a:solidFill>
                  <a:schemeClr val="lt1"/>
                </a:solidFill>
              </a:defRPr>
            </a:lvl3pPr>
            <a:lvl4pPr lvl="3" algn="ctr">
              <a:spcBef>
                <a:spcPts val="0"/>
              </a:spcBef>
              <a:spcAft>
                <a:spcPts val="0"/>
              </a:spcAft>
              <a:buClr>
                <a:schemeClr val="lt1"/>
              </a:buClr>
              <a:buSzPts val="3600"/>
              <a:buNone/>
              <a:defRPr sz="3600" b="1">
                <a:solidFill>
                  <a:schemeClr val="lt1"/>
                </a:solidFill>
              </a:defRPr>
            </a:lvl4pPr>
            <a:lvl5pPr lvl="4" algn="ctr">
              <a:spcBef>
                <a:spcPts val="0"/>
              </a:spcBef>
              <a:spcAft>
                <a:spcPts val="0"/>
              </a:spcAft>
              <a:buClr>
                <a:schemeClr val="lt1"/>
              </a:buClr>
              <a:buSzPts val="3600"/>
              <a:buNone/>
              <a:defRPr sz="3600" b="1">
                <a:solidFill>
                  <a:schemeClr val="lt1"/>
                </a:solidFill>
              </a:defRPr>
            </a:lvl5pPr>
            <a:lvl6pPr lvl="5" algn="ctr">
              <a:spcBef>
                <a:spcPts val="0"/>
              </a:spcBef>
              <a:spcAft>
                <a:spcPts val="0"/>
              </a:spcAft>
              <a:buClr>
                <a:schemeClr val="lt1"/>
              </a:buClr>
              <a:buSzPts val="3600"/>
              <a:buNone/>
              <a:defRPr sz="3600" b="1">
                <a:solidFill>
                  <a:schemeClr val="lt1"/>
                </a:solidFill>
              </a:defRPr>
            </a:lvl6pPr>
            <a:lvl7pPr lvl="6" algn="ctr">
              <a:spcBef>
                <a:spcPts val="0"/>
              </a:spcBef>
              <a:spcAft>
                <a:spcPts val="0"/>
              </a:spcAft>
              <a:buClr>
                <a:schemeClr val="lt1"/>
              </a:buClr>
              <a:buSzPts val="3600"/>
              <a:buNone/>
              <a:defRPr sz="3600" b="1">
                <a:solidFill>
                  <a:schemeClr val="lt1"/>
                </a:solidFill>
              </a:defRPr>
            </a:lvl7pPr>
            <a:lvl8pPr lvl="7" algn="ctr">
              <a:spcBef>
                <a:spcPts val="0"/>
              </a:spcBef>
              <a:spcAft>
                <a:spcPts val="0"/>
              </a:spcAft>
              <a:buClr>
                <a:schemeClr val="lt1"/>
              </a:buClr>
              <a:buSzPts val="3600"/>
              <a:buNone/>
              <a:defRPr sz="3600" b="1">
                <a:solidFill>
                  <a:schemeClr val="lt1"/>
                </a:solidFill>
              </a:defRPr>
            </a:lvl8pPr>
            <a:lvl9pPr lvl="8" algn="ctr">
              <a:spcBef>
                <a:spcPts val="0"/>
              </a:spcBef>
              <a:spcAft>
                <a:spcPts val="0"/>
              </a:spcAft>
              <a:buClr>
                <a:schemeClr val="lt1"/>
              </a:buClr>
              <a:buSzPts val="3600"/>
              <a:buNone/>
              <a:defRPr sz="3600" b="1">
                <a:solidFill>
                  <a:schemeClr val="lt1"/>
                </a:solidFill>
              </a:defRPr>
            </a:lvl9pPr>
          </a:lstStyle>
          <a:p>
            <a:endParaRPr/>
          </a:p>
        </p:txBody>
      </p:sp>
      <p:sp>
        <p:nvSpPr>
          <p:cNvPr id="10" name="Google Shape;10;p2"/>
          <p:cNvSpPr txBox="1">
            <a:spLocks noGrp="1"/>
          </p:cNvSpPr>
          <p:nvPr>
            <p:ph type="subTitle" idx="1"/>
          </p:nvPr>
        </p:nvSpPr>
        <p:spPr>
          <a:xfrm>
            <a:off x="2044200" y="3704650"/>
            <a:ext cx="5055600" cy="464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1400"/>
              <a:buNone/>
              <a:defRPr sz="1400">
                <a:solidFill>
                  <a:schemeClr val="accent1"/>
                </a:solidFill>
              </a:defRPr>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762670" y="3177750"/>
            <a:ext cx="3068700" cy="59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3" name="Google Shape;13;p3"/>
          <p:cNvSpPr txBox="1">
            <a:spLocks noGrp="1"/>
          </p:cNvSpPr>
          <p:nvPr>
            <p:ph type="title" idx="2" hasCustomPrompt="1"/>
          </p:nvPr>
        </p:nvSpPr>
        <p:spPr>
          <a:xfrm>
            <a:off x="1048270" y="3287500"/>
            <a:ext cx="2412900" cy="931500"/>
          </a:xfrm>
          <a:prstGeom prst="rect">
            <a:avLst/>
          </a:prstGeom>
          <a:effectLst>
            <a:outerShdw blurRad="114300" dist="28575" dir="6360000" algn="bl" rotWithShape="0">
              <a:schemeClr val="accent1">
                <a:alpha val="50000"/>
              </a:schemeClr>
            </a:outerShdw>
          </a:effectLst>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6000">
                <a:solidFill>
                  <a:schemeClr val="lt1"/>
                </a:solidFill>
              </a:defRPr>
            </a:lvl1pPr>
            <a:lvl2pPr lvl="1" algn="ctr" rtl="0">
              <a:spcBef>
                <a:spcPts val="0"/>
              </a:spcBef>
              <a:spcAft>
                <a:spcPts val="0"/>
              </a:spcAft>
              <a:buClr>
                <a:schemeClr val="lt1"/>
              </a:buClr>
              <a:buSzPts val="7200"/>
              <a:buNone/>
              <a:defRPr sz="7200">
                <a:solidFill>
                  <a:schemeClr val="lt1"/>
                </a:solidFill>
              </a:defRPr>
            </a:lvl2pPr>
            <a:lvl3pPr lvl="2" algn="ctr" rtl="0">
              <a:spcBef>
                <a:spcPts val="0"/>
              </a:spcBef>
              <a:spcAft>
                <a:spcPts val="0"/>
              </a:spcAft>
              <a:buClr>
                <a:schemeClr val="lt1"/>
              </a:buClr>
              <a:buSzPts val="7200"/>
              <a:buNone/>
              <a:defRPr sz="7200">
                <a:solidFill>
                  <a:schemeClr val="lt1"/>
                </a:solidFill>
              </a:defRPr>
            </a:lvl3pPr>
            <a:lvl4pPr lvl="3" algn="ctr" rtl="0">
              <a:spcBef>
                <a:spcPts val="0"/>
              </a:spcBef>
              <a:spcAft>
                <a:spcPts val="0"/>
              </a:spcAft>
              <a:buClr>
                <a:schemeClr val="lt1"/>
              </a:buClr>
              <a:buSzPts val="7200"/>
              <a:buNone/>
              <a:defRPr sz="7200">
                <a:solidFill>
                  <a:schemeClr val="lt1"/>
                </a:solidFill>
              </a:defRPr>
            </a:lvl4pPr>
            <a:lvl5pPr lvl="4" algn="ctr" rtl="0">
              <a:spcBef>
                <a:spcPts val="0"/>
              </a:spcBef>
              <a:spcAft>
                <a:spcPts val="0"/>
              </a:spcAft>
              <a:buClr>
                <a:schemeClr val="lt1"/>
              </a:buClr>
              <a:buSzPts val="7200"/>
              <a:buNone/>
              <a:defRPr sz="7200">
                <a:solidFill>
                  <a:schemeClr val="lt1"/>
                </a:solidFill>
              </a:defRPr>
            </a:lvl5pPr>
            <a:lvl6pPr lvl="5" algn="ctr" rtl="0">
              <a:spcBef>
                <a:spcPts val="0"/>
              </a:spcBef>
              <a:spcAft>
                <a:spcPts val="0"/>
              </a:spcAft>
              <a:buClr>
                <a:schemeClr val="lt1"/>
              </a:buClr>
              <a:buSzPts val="7200"/>
              <a:buNone/>
              <a:defRPr sz="7200">
                <a:solidFill>
                  <a:schemeClr val="lt1"/>
                </a:solidFill>
              </a:defRPr>
            </a:lvl6pPr>
            <a:lvl7pPr lvl="6" algn="ctr" rtl="0">
              <a:spcBef>
                <a:spcPts val="0"/>
              </a:spcBef>
              <a:spcAft>
                <a:spcPts val="0"/>
              </a:spcAft>
              <a:buClr>
                <a:schemeClr val="lt1"/>
              </a:buClr>
              <a:buSzPts val="7200"/>
              <a:buNone/>
              <a:defRPr sz="7200">
                <a:solidFill>
                  <a:schemeClr val="lt1"/>
                </a:solidFill>
              </a:defRPr>
            </a:lvl7pPr>
            <a:lvl8pPr lvl="7" algn="ctr" rtl="0">
              <a:spcBef>
                <a:spcPts val="0"/>
              </a:spcBef>
              <a:spcAft>
                <a:spcPts val="0"/>
              </a:spcAft>
              <a:buClr>
                <a:schemeClr val="lt1"/>
              </a:buClr>
              <a:buSzPts val="7200"/>
              <a:buNone/>
              <a:defRPr sz="7200">
                <a:solidFill>
                  <a:schemeClr val="lt1"/>
                </a:solidFill>
              </a:defRPr>
            </a:lvl8pPr>
            <a:lvl9pPr lvl="8" algn="ctr" rtl="0">
              <a:spcBef>
                <a:spcPts val="0"/>
              </a:spcBef>
              <a:spcAft>
                <a:spcPts val="0"/>
              </a:spcAft>
              <a:buClr>
                <a:schemeClr val="lt1"/>
              </a:buClr>
              <a:buSzPts val="7200"/>
              <a:buNone/>
              <a:defRPr sz="7200">
                <a:solidFill>
                  <a:schemeClr val="lt1"/>
                </a:solidFill>
              </a:defRPr>
            </a:lvl9pPr>
          </a:lstStyle>
          <a:p>
            <a:r>
              <a:t>xx%</a:t>
            </a:r>
          </a:p>
        </p:txBody>
      </p:sp>
      <p:sp>
        <p:nvSpPr>
          <p:cNvPr id="14" name="Google Shape;14;p3"/>
          <p:cNvSpPr txBox="1">
            <a:spLocks noGrp="1"/>
          </p:cNvSpPr>
          <p:nvPr>
            <p:ph type="subTitle" idx="1"/>
          </p:nvPr>
        </p:nvSpPr>
        <p:spPr>
          <a:xfrm>
            <a:off x="3762670" y="3720650"/>
            <a:ext cx="3068700" cy="46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None/>
              <a:defRPr sz="1400">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938500" y="445025"/>
            <a:ext cx="4629300" cy="941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0" name="Google Shape;20;p5"/>
          <p:cNvSpPr txBox="1">
            <a:spLocks noGrp="1"/>
          </p:cNvSpPr>
          <p:nvPr>
            <p:ph type="body" idx="1"/>
          </p:nvPr>
        </p:nvSpPr>
        <p:spPr>
          <a:xfrm>
            <a:off x="938500" y="1659275"/>
            <a:ext cx="3186900" cy="2760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21" name="Google Shape;21;p5"/>
          <p:cNvSpPr txBox="1">
            <a:spLocks noGrp="1"/>
          </p:cNvSpPr>
          <p:nvPr>
            <p:ph type="body" idx="2"/>
          </p:nvPr>
        </p:nvSpPr>
        <p:spPr>
          <a:xfrm>
            <a:off x="5037525" y="1659275"/>
            <a:ext cx="3186900" cy="2760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SECTION_TITLE_AND_DESCRIPTION_1_1_3">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4"/>
          <p:cNvSpPr txBox="1">
            <a:spLocks noGrp="1"/>
          </p:cNvSpPr>
          <p:nvPr>
            <p:ph type="title"/>
          </p:nvPr>
        </p:nvSpPr>
        <p:spPr>
          <a:xfrm>
            <a:off x="3538497" y="2615575"/>
            <a:ext cx="20670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46" name="Google Shape;46;p14"/>
          <p:cNvSpPr txBox="1">
            <a:spLocks noGrp="1"/>
          </p:cNvSpPr>
          <p:nvPr>
            <p:ph type="subTitle" idx="1"/>
          </p:nvPr>
        </p:nvSpPr>
        <p:spPr>
          <a:xfrm>
            <a:off x="3538497" y="3148075"/>
            <a:ext cx="20670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47" name="Google Shape;47;p14"/>
          <p:cNvSpPr txBox="1">
            <a:spLocks noGrp="1"/>
          </p:cNvSpPr>
          <p:nvPr>
            <p:ph type="title" idx="2"/>
          </p:nvPr>
        </p:nvSpPr>
        <p:spPr>
          <a:xfrm>
            <a:off x="6028553" y="2615575"/>
            <a:ext cx="20670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48" name="Google Shape;48;p14"/>
          <p:cNvSpPr txBox="1">
            <a:spLocks noGrp="1"/>
          </p:cNvSpPr>
          <p:nvPr>
            <p:ph type="subTitle" idx="3"/>
          </p:nvPr>
        </p:nvSpPr>
        <p:spPr>
          <a:xfrm>
            <a:off x="6028553" y="3148075"/>
            <a:ext cx="20670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49" name="Google Shape;49;p14"/>
          <p:cNvSpPr txBox="1">
            <a:spLocks noGrp="1"/>
          </p:cNvSpPr>
          <p:nvPr>
            <p:ph type="title" idx="4"/>
          </p:nvPr>
        </p:nvSpPr>
        <p:spPr>
          <a:xfrm>
            <a:off x="1048447" y="2615575"/>
            <a:ext cx="2067000" cy="54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sp>
        <p:nvSpPr>
          <p:cNvPr id="50" name="Google Shape;50;p14"/>
          <p:cNvSpPr txBox="1">
            <a:spLocks noGrp="1"/>
          </p:cNvSpPr>
          <p:nvPr>
            <p:ph type="subTitle" idx="5"/>
          </p:nvPr>
        </p:nvSpPr>
        <p:spPr>
          <a:xfrm>
            <a:off x="1048447" y="3148075"/>
            <a:ext cx="20670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2100"/>
              <a:buNone/>
              <a:defRPr sz="2100">
                <a:solidFill>
                  <a:schemeClr val="lt1"/>
                </a:solidFill>
              </a:defRPr>
            </a:lvl2pPr>
            <a:lvl3pPr lvl="2" algn="ctr" rtl="0">
              <a:lnSpc>
                <a:spcPct val="100000"/>
              </a:lnSpc>
              <a:spcBef>
                <a:spcPts val="0"/>
              </a:spcBef>
              <a:spcAft>
                <a:spcPts val="0"/>
              </a:spcAft>
              <a:buClr>
                <a:schemeClr val="lt1"/>
              </a:buClr>
              <a:buSzPts val="2100"/>
              <a:buNone/>
              <a:defRPr sz="2100">
                <a:solidFill>
                  <a:schemeClr val="lt1"/>
                </a:solidFill>
              </a:defRPr>
            </a:lvl3pPr>
            <a:lvl4pPr lvl="3" algn="ctr" rtl="0">
              <a:lnSpc>
                <a:spcPct val="100000"/>
              </a:lnSpc>
              <a:spcBef>
                <a:spcPts val="0"/>
              </a:spcBef>
              <a:spcAft>
                <a:spcPts val="0"/>
              </a:spcAft>
              <a:buClr>
                <a:schemeClr val="lt1"/>
              </a:buClr>
              <a:buSzPts val="2100"/>
              <a:buNone/>
              <a:defRPr sz="2100">
                <a:solidFill>
                  <a:schemeClr val="lt1"/>
                </a:solidFill>
              </a:defRPr>
            </a:lvl4pPr>
            <a:lvl5pPr lvl="4" algn="ctr" rtl="0">
              <a:lnSpc>
                <a:spcPct val="100000"/>
              </a:lnSpc>
              <a:spcBef>
                <a:spcPts val="0"/>
              </a:spcBef>
              <a:spcAft>
                <a:spcPts val="0"/>
              </a:spcAft>
              <a:buClr>
                <a:schemeClr val="lt1"/>
              </a:buClr>
              <a:buSzPts val="2100"/>
              <a:buNone/>
              <a:defRPr sz="2100">
                <a:solidFill>
                  <a:schemeClr val="lt1"/>
                </a:solidFill>
              </a:defRPr>
            </a:lvl5pPr>
            <a:lvl6pPr lvl="5" algn="ctr" rtl="0">
              <a:lnSpc>
                <a:spcPct val="100000"/>
              </a:lnSpc>
              <a:spcBef>
                <a:spcPts val="0"/>
              </a:spcBef>
              <a:spcAft>
                <a:spcPts val="0"/>
              </a:spcAft>
              <a:buClr>
                <a:schemeClr val="lt1"/>
              </a:buClr>
              <a:buSzPts val="2100"/>
              <a:buNone/>
              <a:defRPr sz="2100">
                <a:solidFill>
                  <a:schemeClr val="lt1"/>
                </a:solidFill>
              </a:defRPr>
            </a:lvl6pPr>
            <a:lvl7pPr lvl="6" algn="ctr" rtl="0">
              <a:lnSpc>
                <a:spcPct val="100000"/>
              </a:lnSpc>
              <a:spcBef>
                <a:spcPts val="0"/>
              </a:spcBef>
              <a:spcAft>
                <a:spcPts val="0"/>
              </a:spcAft>
              <a:buClr>
                <a:schemeClr val="lt1"/>
              </a:buClr>
              <a:buSzPts val="2100"/>
              <a:buNone/>
              <a:defRPr sz="2100">
                <a:solidFill>
                  <a:schemeClr val="lt1"/>
                </a:solidFill>
              </a:defRPr>
            </a:lvl7pPr>
            <a:lvl8pPr lvl="7" algn="ctr" rtl="0">
              <a:lnSpc>
                <a:spcPct val="100000"/>
              </a:lnSpc>
              <a:spcBef>
                <a:spcPts val="0"/>
              </a:spcBef>
              <a:spcAft>
                <a:spcPts val="0"/>
              </a:spcAft>
              <a:buClr>
                <a:schemeClr val="lt1"/>
              </a:buClr>
              <a:buSzPts val="2100"/>
              <a:buNone/>
              <a:defRPr sz="2100">
                <a:solidFill>
                  <a:schemeClr val="lt1"/>
                </a:solidFill>
              </a:defRPr>
            </a:lvl8pPr>
            <a:lvl9pPr lvl="8" algn="ctr"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51" name="Google Shape;51;p14"/>
          <p:cNvSpPr txBox="1">
            <a:spLocks noGrp="1"/>
          </p:cNvSpPr>
          <p:nvPr>
            <p:ph type="title" idx="6" hasCustomPrompt="1"/>
          </p:nvPr>
        </p:nvSpPr>
        <p:spPr>
          <a:xfrm>
            <a:off x="1048450" y="1770700"/>
            <a:ext cx="2067000" cy="723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3600">
                <a:solidFill>
                  <a:schemeClr val="lt2"/>
                </a:solidFill>
              </a:defRPr>
            </a:lvl1pPr>
            <a:lvl2pPr lvl="1" algn="ctr" rtl="0">
              <a:spcBef>
                <a:spcPts val="0"/>
              </a:spcBef>
              <a:spcAft>
                <a:spcPts val="0"/>
              </a:spcAft>
              <a:buClr>
                <a:schemeClr val="lt2"/>
              </a:buClr>
              <a:buSzPts val="3600"/>
              <a:buNone/>
              <a:defRPr sz="3600">
                <a:solidFill>
                  <a:schemeClr val="lt2"/>
                </a:solidFill>
              </a:defRPr>
            </a:lvl2pPr>
            <a:lvl3pPr lvl="2" algn="ctr" rtl="0">
              <a:spcBef>
                <a:spcPts val="0"/>
              </a:spcBef>
              <a:spcAft>
                <a:spcPts val="0"/>
              </a:spcAft>
              <a:buClr>
                <a:schemeClr val="lt2"/>
              </a:buClr>
              <a:buSzPts val="3600"/>
              <a:buNone/>
              <a:defRPr sz="3600">
                <a:solidFill>
                  <a:schemeClr val="lt2"/>
                </a:solidFill>
              </a:defRPr>
            </a:lvl3pPr>
            <a:lvl4pPr lvl="3" algn="ctr" rtl="0">
              <a:spcBef>
                <a:spcPts val="0"/>
              </a:spcBef>
              <a:spcAft>
                <a:spcPts val="0"/>
              </a:spcAft>
              <a:buClr>
                <a:schemeClr val="lt2"/>
              </a:buClr>
              <a:buSzPts val="3600"/>
              <a:buNone/>
              <a:defRPr sz="3600">
                <a:solidFill>
                  <a:schemeClr val="lt2"/>
                </a:solidFill>
              </a:defRPr>
            </a:lvl4pPr>
            <a:lvl5pPr lvl="4" algn="ctr" rtl="0">
              <a:spcBef>
                <a:spcPts val="0"/>
              </a:spcBef>
              <a:spcAft>
                <a:spcPts val="0"/>
              </a:spcAft>
              <a:buClr>
                <a:schemeClr val="lt2"/>
              </a:buClr>
              <a:buSzPts val="3600"/>
              <a:buNone/>
              <a:defRPr sz="3600">
                <a:solidFill>
                  <a:schemeClr val="lt2"/>
                </a:solidFill>
              </a:defRPr>
            </a:lvl5pPr>
            <a:lvl6pPr lvl="5" algn="ctr" rtl="0">
              <a:spcBef>
                <a:spcPts val="0"/>
              </a:spcBef>
              <a:spcAft>
                <a:spcPts val="0"/>
              </a:spcAft>
              <a:buClr>
                <a:schemeClr val="lt2"/>
              </a:buClr>
              <a:buSzPts val="3600"/>
              <a:buNone/>
              <a:defRPr sz="3600">
                <a:solidFill>
                  <a:schemeClr val="lt2"/>
                </a:solidFill>
              </a:defRPr>
            </a:lvl6pPr>
            <a:lvl7pPr lvl="6" algn="ctr" rtl="0">
              <a:spcBef>
                <a:spcPts val="0"/>
              </a:spcBef>
              <a:spcAft>
                <a:spcPts val="0"/>
              </a:spcAft>
              <a:buClr>
                <a:schemeClr val="lt2"/>
              </a:buClr>
              <a:buSzPts val="3600"/>
              <a:buNone/>
              <a:defRPr sz="3600">
                <a:solidFill>
                  <a:schemeClr val="lt2"/>
                </a:solidFill>
              </a:defRPr>
            </a:lvl7pPr>
            <a:lvl8pPr lvl="7" algn="ctr" rtl="0">
              <a:spcBef>
                <a:spcPts val="0"/>
              </a:spcBef>
              <a:spcAft>
                <a:spcPts val="0"/>
              </a:spcAft>
              <a:buClr>
                <a:schemeClr val="lt2"/>
              </a:buClr>
              <a:buSzPts val="3600"/>
              <a:buNone/>
              <a:defRPr sz="3600">
                <a:solidFill>
                  <a:schemeClr val="lt2"/>
                </a:solidFill>
              </a:defRPr>
            </a:lvl8pPr>
            <a:lvl9pPr lvl="8" algn="ctr" rtl="0">
              <a:spcBef>
                <a:spcPts val="0"/>
              </a:spcBef>
              <a:spcAft>
                <a:spcPts val="0"/>
              </a:spcAft>
              <a:buClr>
                <a:schemeClr val="lt2"/>
              </a:buClr>
              <a:buSzPts val="3600"/>
              <a:buNone/>
              <a:defRPr sz="3600">
                <a:solidFill>
                  <a:schemeClr val="lt2"/>
                </a:solidFill>
              </a:defRPr>
            </a:lvl9pPr>
          </a:lstStyle>
          <a:p>
            <a:r>
              <a:t>xx%</a:t>
            </a:r>
          </a:p>
        </p:txBody>
      </p:sp>
      <p:sp>
        <p:nvSpPr>
          <p:cNvPr id="52" name="Google Shape;52;p14"/>
          <p:cNvSpPr txBox="1">
            <a:spLocks noGrp="1"/>
          </p:cNvSpPr>
          <p:nvPr>
            <p:ph type="title" idx="7" hasCustomPrompt="1"/>
          </p:nvPr>
        </p:nvSpPr>
        <p:spPr>
          <a:xfrm>
            <a:off x="3538500" y="1770700"/>
            <a:ext cx="2067000" cy="723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3600">
                <a:solidFill>
                  <a:schemeClr val="lt2"/>
                </a:solidFill>
              </a:defRPr>
            </a:lvl1pPr>
            <a:lvl2pPr lvl="1" algn="ctr" rtl="0">
              <a:spcBef>
                <a:spcPts val="0"/>
              </a:spcBef>
              <a:spcAft>
                <a:spcPts val="0"/>
              </a:spcAft>
              <a:buClr>
                <a:schemeClr val="lt2"/>
              </a:buClr>
              <a:buSzPts val="3600"/>
              <a:buNone/>
              <a:defRPr sz="3600">
                <a:solidFill>
                  <a:schemeClr val="lt2"/>
                </a:solidFill>
              </a:defRPr>
            </a:lvl2pPr>
            <a:lvl3pPr lvl="2" algn="ctr" rtl="0">
              <a:spcBef>
                <a:spcPts val="0"/>
              </a:spcBef>
              <a:spcAft>
                <a:spcPts val="0"/>
              </a:spcAft>
              <a:buClr>
                <a:schemeClr val="lt2"/>
              </a:buClr>
              <a:buSzPts val="3600"/>
              <a:buNone/>
              <a:defRPr sz="3600">
                <a:solidFill>
                  <a:schemeClr val="lt2"/>
                </a:solidFill>
              </a:defRPr>
            </a:lvl3pPr>
            <a:lvl4pPr lvl="3" algn="ctr" rtl="0">
              <a:spcBef>
                <a:spcPts val="0"/>
              </a:spcBef>
              <a:spcAft>
                <a:spcPts val="0"/>
              </a:spcAft>
              <a:buClr>
                <a:schemeClr val="lt2"/>
              </a:buClr>
              <a:buSzPts val="3600"/>
              <a:buNone/>
              <a:defRPr sz="3600">
                <a:solidFill>
                  <a:schemeClr val="lt2"/>
                </a:solidFill>
              </a:defRPr>
            </a:lvl4pPr>
            <a:lvl5pPr lvl="4" algn="ctr" rtl="0">
              <a:spcBef>
                <a:spcPts val="0"/>
              </a:spcBef>
              <a:spcAft>
                <a:spcPts val="0"/>
              </a:spcAft>
              <a:buClr>
                <a:schemeClr val="lt2"/>
              </a:buClr>
              <a:buSzPts val="3600"/>
              <a:buNone/>
              <a:defRPr sz="3600">
                <a:solidFill>
                  <a:schemeClr val="lt2"/>
                </a:solidFill>
              </a:defRPr>
            </a:lvl5pPr>
            <a:lvl6pPr lvl="5" algn="ctr" rtl="0">
              <a:spcBef>
                <a:spcPts val="0"/>
              </a:spcBef>
              <a:spcAft>
                <a:spcPts val="0"/>
              </a:spcAft>
              <a:buClr>
                <a:schemeClr val="lt2"/>
              </a:buClr>
              <a:buSzPts val="3600"/>
              <a:buNone/>
              <a:defRPr sz="3600">
                <a:solidFill>
                  <a:schemeClr val="lt2"/>
                </a:solidFill>
              </a:defRPr>
            </a:lvl6pPr>
            <a:lvl7pPr lvl="6" algn="ctr" rtl="0">
              <a:spcBef>
                <a:spcPts val="0"/>
              </a:spcBef>
              <a:spcAft>
                <a:spcPts val="0"/>
              </a:spcAft>
              <a:buClr>
                <a:schemeClr val="lt2"/>
              </a:buClr>
              <a:buSzPts val="3600"/>
              <a:buNone/>
              <a:defRPr sz="3600">
                <a:solidFill>
                  <a:schemeClr val="lt2"/>
                </a:solidFill>
              </a:defRPr>
            </a:lvl7pPr>
            <a:lvl8pPr lvl="7" algn="ctr" rtl="0">
              <a:spcBef>
                <a:spcPts val="0"/>
              </a:spcBef>
              <a:spcAft>
                <a:spcPts val="0"/>
              </a:spcAft>
              <a:buClr>
                <a:schemeClr val="lt2"/>
              </a:buClr>
              <a:buSzPts val="3600"/>
              <a:buNone/>
              <a:defRPr sz="3600">
                <a:solidFill>
                  <a:schemeClr val="lt2"/>
                </a:solidFill>
              </a:defRPr>
            </a:lvl8pPr>
            <a:lvl9pPr lvl="8" algn="ctr" rtl="0">
              <a:spcBef>
                <a:spcPts val="0"/>
              </a:spcBef>
              <a:spcAft>
                <a:spcPts val="0"/>
              </a:spcAft>
              <a:buClr>
                <a:schemeClr val="lt2"/>
              </a:buClr>
              <a:buSzPts val="3600"/>
              <a:buNone/>
              <a:defRPr sz="3600">
                <a:solidFill>
                  <a:schemeClr val="lt2"/>
                </a:solidFill>
              </a:defRPr>
            </a:lvl9pPr>
          </a:lstStyle>
          <a:p>
            <a:r>
              <a:t>xx%</a:t>
            </a:r>
          </a:p>
        </p:txBody>
      </p:sp>
      <p:sp>
        <p:nvSpPr>
          <p:cNvPr id="53" name="Google Shape;53;p14"/>
          <p:cNvSpPr txBox="1">
            <a:spLocks noGrp="1"/>
          </p:cNvSpPr>
          <p:nvPr>
            <p:ph type="title" idx="8" hasCustomPrompt="1"/>
          </p:nvPr>
        </p:nvSpPr>
        <p:spPr>
          <a:xfrm>
            <a:off x="6028550" y="1770700"/>
            <a:ext cx="2067000" cy="723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3600">
                <a:solidFill>
                  <a:schemeClr val="lt2"/>
                </a:solidFill>
              </a:defRPr>
            </a:lvl1pPr>
            <a:lvl2pPr lvl="1" algn="ctr" rtl="0">
              <a:spcBef>
                <a:spcPts val="0"/>
              </a:spcBef>
              <a:spcAft>
                <a:spcPts val="0"/>
              </a:spcAft>
              <a:buClr>
                <a:schemeClr val="lt2"/>
              </a:buClr>
              <a:buSzPts val="3600"/>
              <a:buNone/>
              <a:defRPr sz="3600">
                <a:solidFill>
                  <a:schemeClr val="lt2"/>
                </a:solidFill>
              </a:defRPr>
            </a:lvl2pPr>
            <a:lvl3pPr lvl="2" algn="ctr" rtl="0">
              <a:spcBef>
                <a:spcPts val="0"/>
              </a:spcBef>
              <a:spcAft>
                <a:spcPts val="0"/>
              </a:spcAft>
              <a:buClr>
                <a:schemeClr val="lt2"/>
              </a:buClr>
              <a:buSzPts val="3600"/>
              <a:buNone/>
              <a:defRPr sz="3600">
                <a:solidFill>
                  <a:schemeClr val="lt2"/>
                </a:solidFill>
              </a:defRPr>
            </a:lvl3pPr>
            <a:lvl4pPr lvl="3" algn="ctr" rtl="0">
              <a:spcBef>
                <a:spcPts val="0"/>
              </a:spcBef>
              <a:spcAft>
                <a:spcPts val="0"/>
              </a:spcAft>
              <a:buClr>
                <a:schemeClr val="lt2"/>
              </a:buClr>
              <a:buSzPts val="3600"/>
              <a:buNone/>
              <a:defRPr sz="3600">
                <a:solidFill>
                  <a:schemeClr val="lt2"/>
                </a:solidFill>
              </a:defRPr>
            </a:lvl4pPr>
            <a:lvl5pPr lvl="4" algn="ctr" rtl="0">
              <a:spcBef>
                <a:spcPts val="0"/>
              </a:spcBef>
              <a:spcAft>
                <a:spcPts val="0"/>
              </a:spcAft>
              <a:buClr>
                <a:schemeClr val="lt2"/>
              </a:buClr>
              <a:buSzPts val="3600"/>
              <a:buNone/>
              <a:defRPr sz="3600">
                <a:solidFill>
                  <a:schemeClr val="lt2"/>
                </a:solidFill>
              </a:defRPr>
            </a:lvl5pPr>
            <a:lvl6pPr lvl="5" algn="ctr" rtl="0">
              <a:spcBef>
                <a:spcPts val="0"/>
              </a:spcBef>
              <a:spcAft>
                <a:spcPts val="0"/>
              </a:spcAft>
              <a:buClr>
                <a:schemeClr val="lt2"/>
              </a:buClr>
              <a:buSzPts val="3600"/>
              <a:buNone/>
              <a:defRPr sz="3600">
                <a:solidFill>
                  <a:schemeClr val="lt2"/>
                </a:solidFill>
              </a:defRPr>
            </a:lvl6pPr>
            <a:lvl7pPr lvl="6" algn="ctr" rtl="0">
              <a:spcBef>
                <a:spcPts val="0"/>
              </a:spcBef>
              <a:spcAft>
                <a:spcPts val="0"/>
              </a:spcAft>
              <a:buClr>
                <a:schemeClr val="lt2"/>
              </a:buClr>
              <a:buSzPts val="3600"/>
              <a:buNone/>
              <a:defRPr sz="3600">
                <a:solidFill>
                  <a:schemeClr val="lt2"/>
                </a:solidFill>
              </a:defRPr>
            </a:lvl7pPr>
            <a:lvl8pPr lvl="7" algn="ctr" rtl="0">
              <a:spcBef>
                <a:spcPts val="0"/>
              </a:spcBef>
              <a:spcAft>
                <a:spcPts val="0"/>
              </a:spcAft>
              <a:buClr>
                <a:schemeClr val="lt2"/>
              </a:buClr>
              <a:buSzPts val="3600"/>
              <a:buNone/>
              <a:defRPr sz="3600">
                <a:solidFill>
                  <a:schemeClr val="lt2"/>
                </a:solidFill>
              </a:defRPr>
            </a:lvl8pPr>
            <a:lvl9pPr lvl="8" algn="ctr" rtl="0">
              <a:spcBef>
                <a:spcPts val="0"/>
              </a:spcBef>
              <a:spcAft>
                <a:spcPts val="0"/>
              </a:spcAft>
              <a:buClr>
                <a:schemeClr val="lt2"/>
              </a:buClr>
              <a:buSzPts val="3600"/>
              <a:buNone/>
              <a:defRPr sz="3600">
                <a:solidFill>
                  <a:schemeClr val="lt2"/>
                </a:solidFill>
              </a:defRPr>
            </a:lvl9pPr>
          </a:lstStyle>
          <a:p>
            <a:r>
              <a:t>xx%</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Text">
  <p:cSld name="TITLE_1">
    <p:bg>
      <p:bgPr>
        <a:blipFill>
          <a:blip r:embed="rId2">
            <a:alphaModFix/>
          </a:blip>
          <a:stretch>
            <a:fillRect/>
          </a:stretch>
        </a:blipFill>
        <a:effectLst/>
      </p:bgPr>
    </p:bg>
    <p:spTree>
      <p:nvGrpSpPr>
        <p:cNvPr id="1" name="Shape 54"/>
        <p:cNvGrpSpPr/>
        <p:nvPr/>
      </p:nvGrpSpPr>
      <p:grpSpPr>
        <a:xfrm>
          <a:off x="0" y="0"/>
          <a:ext cx="0" cy="0"/>
          <a:chOff x="0" y="0"/>
          <a:chExt cx="0" cy="0"/>
        </a:xfrm>
      </p:grpSpPr>
      <p:sp>
        <p:nvSpPr>
          <p:cNvPr id="55" name="Google Shape;55;p15"/>
          <p:cNvSpPr txBox="1">
            <a:spLocks noGrp="1"/>
          </p:cNvSpPr>
          <p:nvPr>
            <p:ph type="ctrTitle"/>
          </p:nvPr>
        </p:nvSpPr>
        <p:spPr>
          <a:xfrm>
            <a:off x="4285500" y="2832875"/>
            <a:ext cx="3657300" cy="644700"/>
          </a:xfrm>
          <a:prstGeom prst="rect">
            <a:avLst/>
          </a:prstGeom>
          <a:effectLst>
            <a:outerShdw blurRad="57150" dist="19050" dir="5400000" algn="bl" rotWithShape="0">
              <a:srgbClr val="76A5AF">
                <a:alpha val="88000"/>
              </a:srgbClr>
            </a:outerShdw>
          </a:effectLst>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6000" b="1">
                <a:solidFill>
                  <a:schemeClr val="lt1"/>
                </a:solidFill>
              </a:defRPr>
            </a:lvl1pPr>
            <a:lvl2pPr lvl="1" algn="ctr" rtl="0">
              <a:spcBef>
                <a:spcPts val="0"/>
              </a:spcBef>
              <a:spcAft>
                <a:spcPts val="0"/>
              </a:spcAft>
              <a:buClr>
                <a:schemeClr val="lt1"/>
              </a:buClr>
              <a:buSzPts val="3600"/>
              <a:buNone/>
              <a:defRPr sz="3600" b="1">
                <a:solidFill>
                  <a:schemeClr val="lt1"/>
                </a:solidFill>
              </a:defRPr>
            </a:lvl2pPr>
            <a:lvl3pPr lvl="2" algn="ctr" rtl="0">
              <a:spcBef>
                <a:spcPts val="0"/>
              </a:spcBef>
              <a:spcAft>
                <a:spcPts val="0"/>
              </a:spcAft>
              <a:buClr>
                <a:schemeClr val="lt1"/>
              </a:buClr>
              <a:buSzPts val="3600"/>
              <a:buNone/>
              <a:defRPr sz="3600" b="1">
                <a:solidFill>
                  <a:schemeClr val="lt1"/>
                </a:solidFill>
              </a:defRPr>
            </a:lvl3pPr>
            <a:lvl4pPr lvl="3" algn="ctr" rtl="0">
              <a:spcBef>
                <a:spcPts val="0"/>
              </a:spcBef>
              <a:spcAft>
                <a:spcPts val="0"/>
              </a:spcAft>
              <a:buClr>
                <a:schemeClr val="lt1"/>
              </a:buClr>
              <a:buSzPts val="3600"/>
              <a:buNone/>
              <a:defRPr sz="3600" b="1">
                <a:solidFill>
                  <a:schemeClr val="lt1"/>
                </a:solidFill>
              </a:defRPr>
            </a:lvl4pPr>
            <a:lvl5pPr lvl="4" algn="ctr" rtl="0">
              <a:spcBef>
                <a:spcPts val="0"/>
              </a:spcBef>
              <a:spcAft>
                <a:spcPts val="0"/>
              </a:spcAft>
              <a:buClr>
                <a:schemeClr val="lt1"/>
              </a:buClr>
              <a:buSzPts val="3600"/>
              <a:buNone/>
              <a:defRPr sz="3600" b="1">
                <a:solidFill>
                  <a:schemeClr val="lt1"/>
                </a:solidFill>
              </a:defRPr>
            </a:lvl5pPr>
            <a:lvl6pPr lvl="5" algn="ctr" rtl="0">
              <a:spcBef>
                <a:spcPts val="0"/>
              </a:spcBef>
              <a:spcAft>
                <a:spcPts val="0"/>
              </a:spcAft>
              <a:buClr>
                <a:schemeClr val="lt1"/>
              </a:buClr>
              <a:buSzPts val="3600"/>
              <a:buNone/>
              <a:defRPr sz="3600" b="1">
                <a:solidFill>
                  <a:schemeClr val="lt1"/>
                </a:solidFill>
              </a:defRPr>
            </a:lvl6pPr>
            <a:lvl7pPr lvl="6" algn="ctr" rtl="0">
              <a:spcBef>
                <a:spcPts val="0"/>
              </a:spcBef>
              <a:spcAft>
                <a:spcPts val="0"/>
              </a:spcAft>
              <a:buClr>
                <a:schemeClr val="lt1"/>
              </a:buClr>
              <a:buSzPts val="3600"/>
              <a:buNone/>
              <a:defRPr sz="3600" b="1">
                <a:solidFill>
                  <a:schemeClr val="lt1"/>
                </a:solidFill>
              </a:defRPr>
            </a:lvl7pPr>
            <a:lvl8pPr lvl="7" algn="ctr" rtl="0">
              <a:spcBef>
                <a:spcPts val="0"/>
              </a:spcBef>
              <a:spcAft>
                <a:spcPts val="0"/>
              </a:spcAft>
              <a:buClr>
                <a:schemeClr val="lt1"/>
              </a:buClr>
              <a:buSzPts val="3600"/>
              <a:buNone/>
              <a:defRPr sz="3600" b="1">
                <a:solidFill>
                  <a:schemeClr val="lt1"/>
                </a:solidFill>
              </a:defRPr>
            </a:lvl8pPr>
            <a:lvl9pPr lvl="8" algn="ctr" rtl="0">
              <a:spcBef>
                <a:spcPts val="0"/>
              </a:spcBef>
              <a:spcAft>
                <a:spcPts val="0"/>
              </a:spcAft>
              <a:buClr>
                <a:schemeClr val="lt1"/>
              </a:buClr>
              <a:buSzPts val="3600"/>
              <a:buNone/>
              <a:defRPr sz="3600" b="1">
                <a:solidFill>
                  <a:schemeClr val="lt1"/>
                </a:solidFill>
              </a:defRPr>
            </a:lvl9pPr>
          </a:lstStyle>
          <a:p>
            <a:endParaRPr/>
          </a:p>
        </p:txBody>
      </p:sp>
      <p:sp>
        <p:nvSpPr>
          <p:cNvPr id="56" name="Google Shape;56;p15"/>
          <p:cNvSpPr txBox="1">
            <a:spLocks noGrp="1"/>
          </p:cNvSpPr>
          <p:nvPr>
            <p:ph type="subTitle" idx="1"/>
          </p:nvPr>
        </p:nvSpPr>
        <p:spPr>
          <a:xfrm>
            <a:off x="4144050" y="3549850"/>
            <a:ext cx="3940200" cy="46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400">
                <a:solidFill>
                  <a:schemeClr val="accent1"/>
                </a:solidFill>
              </a:defRPr>
            </a:lvl1pPr>
            <a:lvl2pPr lvl="1" algn="ctr" rtl="0">
              <a:lnSpc>
                <a:spcPct val="100000"/>
              </a:lnSpc>
              <a:spcBef>
                <a:spcPts val="0"/>
              </a:spcBef>
              <a:spcAft>
                <a:spcPts val="0"/>
              </a:spcAft>
              <a:buClr>
                <a:schemeClr val="lt1"/>
              </a:buClr>
              <a:buSzPts val="1800"/>
              <a:buNone/>
              <a:defRPr sz="1800">
                <a:solidFill>
                  <a:schemeClr val="lt1"/>
                </a:solidFill>
              </a:defRPr>
            </a:lvl2pPr>
            <a:lvl3pPr lvl="2" algn="ctr" rtl="0">
              <a:lnSpc>
                <a:spcPct val="100000"/>
              </a:lnSpc>
              <a:spcBef>
                <a:spcPts val="0"/>
              </a:spcBef>
              <a:spcAft>
                <a:spcPts val="0"/>
              </a:spcAft>
              <a:buClr>
                <a:schemeClr val="lt1"/>
              </a:buClr>
              <a:buSzPts val="1800"/>
              <a:buNone/>
              <a:defRPr sz="1800">
                <a:solidFill>
                  <a:schemeClr val="lt1"/>
                </a:solidFill>
              </a:defRPr>
            </a:lvl3pPr>
            <a:lvl4pPr lvl="3" algn="ctr" rtl="0">
              <a:lnSpc>
                <a:spcPct val="100000"/>
              </a:lnSpc>
              <a:spcBef>
                <a:spcPts val="0"/>
              </a:spcBef>
              <a:spcAft>
                <a:spcPts val="0"/>
              </a:spcAft>
              <a:buClr>
                <a:schemeClr val="lt1"/>
              </a:buClr>
              <a:buSzPts val="1800"/>
              <a:buNone/>
              <a:defRPr sz="1800">
                <a:solidFill>
                  <a:schemeClr val="lt1"/>
                </a:solidFill>
              </a:defRPr>
            </a:lvl4pPr>
            <a:lvl5pPr lvl="4" algn="ctr" rtl="0">
              <a:lnSpc>
                <a:spcPct val="100000"/>
              </a:lnSpc>
              <a:spcBef>
                <a:spcPts val="0"/>
              </a:spcBef>
              <a:spcAft>
                <a:spcPts val="0"/>
              </a:spcAft>
              <a:buClr>
                <a:schemeClr val="lt1"/>
              </a:buClr>
              <a:buSzPts val="1800"/>
              <a:buNone/>
              <a:defRPr sz="1800">
                <a:solidFill>
                  <a:schemeClr val="lt1"/>
                </a:solidFill>
              </a:defRPr>
            </a:lvl5pPr>
            <a:lvl6pPr lvl="5" algn="ctr" rtl="0">
              <a:lnSpc>
                <a:spcPct val="100000"/>
              </a:lnSpc>
              <a:spcBef>
                <a:spcPts val="0"/>
              </a:spcBef>
              <a:spcAft>
                <a:spcPts val="0"/>
              </a:spcAft>
              <a:buClr>
                <a:schemeClr val="lt1"/>
              </a:buClr>
              <a:buSzPts val="1800"/>
              <a:buNone/>
              <a:defRPr sz="1800">
                <a:solidFill>
                  <a:schemeClr val="lt1"/>
                </a:solidFill>
              </a:defRPr>
            </a:lvl6pPr>
            <a:lvl7pPr lvl="6" algn="ctr" rtl="0">
              <a:lnSpc>
                <a:spcPct val="100000"/>
              </a:lnSpc>
              <a:spcBef>
                <a:spcPts val="0"/>
              </a:spcBef>
              <a:spcAft>
                <a:spcPts val="0"/>
              </a:spcAft>
              <a:buClr>
                <a:schemeClr val="lt1"/>
              </a:buClr>
              <a:buSzPts val="1800"/>
              <a:buNone/>
              <a:defRPr sz="1800">
                <a:solidFill>
                  <a:schemeClr val="lt1"/>
                </a:solidFill>
              </a:defRPr>
            </a:lvl7pPr>
            <a:lvl8pPr lvl="7" algn="ctr" rtl="0">
              <a:lnSpc>
                <a:spcPct val="100000"/>
              </a:lnSpc>
              <a:spcBef>
                <a:spcPts val="0"/>
              </a:spcBef>
              <a:spcAft>
                <a:spcPts val="0"/>
              </a:spcAft>
              <a:buClr>
                <a:schemeClr val="lt1"/>
              </a:buClr>
              <a:buSzPts val="1800"/>
              <a:buNone/>
              <a:defRPr sz="1800">
                <a:solidFill>
                  <a:schemeClr val="lt1"/>
                </a:solidFill>
              </a:defRPr>
            </a:lvl8pPr>
            <a:lvl9pPr lvl="8" algn="ctr" rtl="0">
              <a:lnSpc>
                <a:spcPct val="100000"/>
              </a:lnSpc>
              <a:spcBef>
                <a:spcPts val="0"/>
              </a:spcBef>
              <a:spcAft>
                <a:spcPts val="0"/>
              </a:spcAft>
              <a:buClr>
                <a:schemeClr val="lt1"/>
              </a:buClr>
              <a:buSzPts val="1800"/>
              <a:buNone/>
              <a:defRPr sz="1800">
                <a:solidFill>
                  <a:schemeClr val="lt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TITLE_1_1">
    <p:bg>
      <p:bgPr>
        <a:blipFill>
          <a:blip r:embed="rId2">
            <a:alphaModFix/>
          </a:blip>
          <a:stretch>
            <a:fillRect/>
          </a:stretch>
        </a:blipFill>
        <a:effectLst/>
      </p:bgPr>
    </p:bg>
    <p:spTree>
      <p:nvGrpSpPr>
        <p:cNvPr id="1" name="Shape 57"/>
        <p:cNvGrpSpPr/>
        <p:nvPr/>
      </p:nvGrpSpPr>
      <p:grpSpPr>
        <a:xfrm>
          <a:off x="0" y="0"/>
          <a:ext cx="0" cy="0"/>
          <a:chOff x="0" y="0"/>
          <a:chExt cx="0" cy="0"/>
        </a:xfrm>
      </p:grpSpPr>
      <p:sp>
        <p:nvSpPr>
          <p:cNvPr id="58" name="Google Shape;58;p16"/>
          <p:cNvSpPr txBox="1">
            <a:spLocks noGrp="1"/>
          </p:cNvSpPr>
          <p:nvPr>
            <p:ph type="ctrTitle"/>
          </p:nvPr>
        </p:nvSpPr>
        <p:spPr>
          <a:xfrm>
            <a:off x="1850525" y="1157925"/>
            <a:ext cx="5442900" cy="2603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3000"/>
              <a:buNone/>
              <a:defRPr sz="3000" b="1">
                <a:solidFill>
                  <a:schemeClr val="lt1"/>
                </a:solidFill>
              </a:defRPr>
            </a:lvl1pPr>
            <a:lvl2pPr lvl="1" algn="ctr" rtl="0">
              <a:spcBef>
                <a:spcPts val="0"/>
              </a:spcBef>
              <a:spcAft>
                <a:spcPts val="0"/>
              </a:spcAft>
              <a:buClr>
                <a:schemeClr val="lt1"/>
              </a:buClr>
              <a:buSzPts val="3000"/>
              <a:buNone/>
              <a:defRPr sz="3000" b="1">
                <a:solidFill>
                  <a:schemeClr val="lt1"/>
                </a:solidFill>
              </a:defRPr>
            </a:lvl2pPr>
            <a:lvl3pPr lvl="2" algn="ctr" rtl="0">
              <a:spcBef>
                <a:spcPts val="0"/>
              </a:spcBef>
              <a:spcAft>
                <a:spcPts val="0"/>
              </a:spcAft>
              <a:buClr>
                <a:schemeClr val="lt1"/>
              </a:buClr>
              <a:buSzPts val="3000"/>
              <a:buNone/>
              <a:defRPr sz="3000" b="1">
                <a:solidFill>
                  <a:schemeClr val="lt1"/>
                </a:solidFill>
              </a:defRPr>
            </a:lvl3pPr>
            <a:lvl4pPr lvl="3" algn="ctr" rtl="0">
              <a:spcBef>
                <a:spcPts val="0"/>
              </a:spcBef>
              <a:spcAft>
                <a:spcPts val="0"/>
              </a:spcAft>
              <a:buClr>
                <a:schemeClr val="lt1"/>
              </a:buClr>
              <a:buSzPts val="3000"/>
              <a:buNone/>
              <a:defRPr sz="3000" b="1">
                <a:solidFill>
                  <a:schemeClr val="lt1"/>
                </a:solidFill>
              </a:defRPr>
            </a:lvl4pPr>
            <a:lvl5pPr lvl="4" algn="ctr" rtl="0">
              <a:spcBef>
                <a:spcPts val="0"/>
              </a:spcBef>
              <a:spcAft>
                <a:spcPts val="0"/>
              </a:spcAft>
              <a:buClr>
                <a:schemeClr val="lt1"/>
              </a:buClr>
              <a:buSzPts val="3000"/>
              <a:buNone/>
              <a:defRPr sz="3000" b="1">
                <a:solidFill>
                  <a:schemeClr val="lt1"/>
                </a:solidFill>
              </a:defRPr>
            </a:lvl5pPr>
            <a:lvl6pPr lvl="5" algn="ctr" rtl="0">
              <a:spcBef>
                <a:spcPts val="0"/>
              </a:spcBef>
              <a:spcAft>
                <a:spcPts val="0"/>
              </a:spcAft>
              <a:buClr>
                <a:schemeClr val="lt1"/>
              </a:buClr>
              <a:buSzPts val="3000"/>
              <a:buNone/>
              <a:defRPr sz="3000" b="1">
                <a:solidFill>
                  <a:schemeClr val="lt1"/>
                </a:solidFill>
              </a:defRPr>
            </a:lvl6pPr>
            <a:lvl7pPr lvl="6" algn="ctr" rtl="0">
              <a:spcBef>
                <a:spcPts val="0"/>
              </a:spcBef>
              <a:spcAft>
                <a:spcPts val="0"/>
              </a:spcAft>
              <a:buClr>
                <a:schemeClr val="lt1"/>
              </a:buClr>
              <a:buSzPts val="3000"/>
              <a:buNone/>
              <a:defRPr sz="3000" b="1">
                <a:solidFill>
                  <a:schemeClr val="lt1"/>
                </a:solidFill>
              </a:defRPr>
            </a:lvl7pPr>
            <a:lvl8pPr lvl="7" algn="ctr" rtl="0">
              <a:spcBef>
                <a:spcPts val="0"/>
              </a:spcBef>
              <a:spcAft>
                <a:spcPts val="0"/>
              </a:spcAft>
              <a:buClr>
                <a:schemeClr val="lt1"/>
              </a:buClr>
              <a:buSzPts val="3000"/>
              <a:buNone/>
              <a:defRPr sz="3000" b="1">
                <a:solidFill>
                  <a:schemeClr val="lt1"/>
                </a:solidFill>
              </a:defRPr>
            </a:lvl8pPr>
            <a:lvl9pPr lvl="8" algn="ctr" rtl="0">
              <a:spcBef>
                <a:spcPts val="0"/>
              </a:spcBef>
              <a:spcAft>
                <a:spcPts val="0"/>
              </a:spcAft>
              <a:buClr>
                <a:schemeClr val="lt1"/>
              </a:buClr>
              <a:buSzPts val="3000"/>
              <a:buNone/>
              <a:defRPr sz="3000" b="1">
                <a:solidFill>
                  <a:schemeClr val="lt1"/>
                </a:solidFill>
              </a:defRPr>
            </a:lvl9pPr>
          </a:lstStyle>
          <a:p>
            <a:endParaRPr/>
          </a:p>
        </p:txBody>
      </p:sp>
      <p:sp>
        <p:nvSpPr>
          <p:cNvPr id="59" name="Google Shape;59;p16"/>
          <p:cNvSpPr txBox="1">
            <a:spLocks noGrp="1"/>
          </p:cNvSpPr>
          <p:nvPr>
            <p:ph type="subTitle" idx="1"/>
          </p:nvPr>
        </p:nvSpPr>
        <p:spPr>
          <a:xfrm>
            <a:off x="2481900" y="3945600"/>
            <a:ext cx="4180200" cy="46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400">
                <a:solidFill>
                  <a:schemeClr val="accent1"/>
                </a:solidFill>
              </a:defRPr>
            </a:lvl1pPr>
            <a:lvl2pPr lvl="1" algn="ctr" rtl="0">
              <a:lnSpc>
                <a:spcPct val="100000"/>
              </a:lnSpc>
              <a:spcBef>
                <a:spcPts val="0"/>
              </a:spcBef>
              <a:spcAft>
                <a:spcPts val="0"/>
              </a:spcAft>
              <a:buClr>
                <a:schemeClr val="accent1"/>
              </a:buClr>
              <a:buSzPts val="1800"/>
              <a:buNone/>
              <a:defRPr sz="1800">
                <a:solidFill>
                  <a:schemeClr val="accent1"/>
                </a:solidFill>
              </a:defRPr>
            </a:lvl2pPr>
            <a:lvl3pPr lvl="2" algn="ctr" rtl="0">
              <a:lnSpc>
                <a:spcPct val="100000"/>
              </a:lnSpc>
              <a:spcBef>
                <a:spcPts val="0"/>
              </a:spcBef>
              <a:spcAft>
                <a:spcPts val="0"/>
              </a:spcAft>
              <a:buClr>
                <a:schemeClr val="accent1"/>
              </a:buClr>
              <a:buSzPts val="1800"/>
              <a:buNone/>
              <a:defRPr sz="1800">
                <a:solidFill>
                  <a:schemeClr val="accent1"/>
                </a:solidFill>
              </a:defRPr>
            </a:lvl3pPr>
            <a:lvl4pPr lvl="3" algn="ctr" rtl="0">
              <a:lnSpc>
                <a:spcPct val="100000"/>
              </a:lnSpc>
              <a:spcBef>
                <a:spcPts val="0"/>
              </a:spcBef>
              <a:spcAft>
                <a:spcPts val="0"/>
              </a:spcAft>
              <a:buClr>
                <a:schemeClr val="accent1"/>
              </a:buClr>
              <a:buSzPts val="1800"/>
              <a:buNone/>
              <a:defRPr sz="1800">
                <a:solidFill>
                  <a:schemeClr val="accent1"/>
                </a:solidFill>
              </a:defRPr>
            </a:lvl4pPr>
            <a:lvl5pPr lvl="4" algn="ctr" rtl="0">
              <a:lnSpc>
                <a:spcPct val="100000"/>
              </a:lnSpc>
              <a:spcBef>
                <a:spcPts val="0"/>
              </a:spcBef>
              <a:spcAft>
                <a:spcPts val="0"/>
              </a:spcAft>
              <a:buClr>
                <a:schemeClr val="accent1"/>
              </a:buClr>
              <a:buSzPts val="1800"/>
              <a:buNone/>
              <a:defRPr sz="1800">
                <a:solidFill>
                  <a:schemeClr val="accent1"/>
                </a:solidFill>
              </a:defRPr>
            </a:lvl5pPr>
            <a:lvl6pPr lvl="5" algn="ctr" rtl="0">
              <a:lnSpc>
                <a:spcPct val="100000"/>
              </a:lnSpc>
              <a:spcBef>
                <a:spcPts val="0"/>
              </a:spcBef>
              <a:spcAft>
                <a:spcPts val="0"/>
              </a:spcAft>
              <a:buClr>
                <a:schemeClr val="accent1"/>
              </a:buClr>
              <a:buSzPts val="1800"/>
              <a:buNone/>
              <a:defRPr sz="1800">
                <a:solidFill>
                  <a:schemeClr val="accent1"/>
                </a:solidFill>
              </a:defRPr>
            </a:lvl6pPr>
            <a:lvl7pPr lvl="6" algn="ctr" rtl="0">
              <a:lnSpc>
                <a:spcPct val="100000"/>
              </a:lnSpc>
              <a:spcBef>
                <a:spcPts val="0"/>
              </a:spcBef>
              <a:spcAft>
                <a:spcPts val="0"/>
              </a:spcAft>
              <a:buClr>
                <a:schemeClr val="accent1"/>
              </a:buClr>
              <a:buSzPts val="1800"/>
              <a:buNone/>
              <a:defRPr sz="1800">
                <a:solidFill>
                  <a:schemeClr val="accent1"/>
                </a:solidFill>
              </a:defRPr>
            </a:lvl7pPr>
            <a:lvl8pPr lvl="7" algn="ctr" rtl="0">
              <a:lnSpc>
                <a:spcPct val="100000"/>
              </a:lnSpc>
              <a:spcBef>
                <a:spcPts val="0"/>
              </a:spcBef>
              <a:spcAft>
                <a:spcPts val="0"/>
              </a:spcAft>
              <a:buClr>
                <a:schemeClr val="accent1"/>
              </a:buClr>
              <a:buSzPts val="1800"/>
              <a:buNone/>
              <a:defRPr sz="1800">
                <a:solidFill>
                  <a:schemeClr val="accent1"/>
                </a:solidFill>
              </a:defRPr>
            </a:lvl8pPr>
            <a:lvl9pPr lvl="8" algn="ctr" rtl="0">
              <a:lnSpc>
                <a:spcPct val="100000"/>
              </a:lnSpc>
              <a:spcBef>
                <a:spcPts val="0"/>
              </a:spcBef>
              <a:spcAft>
                <a:spcPts val="0"/>
              </a:spcAft>
              <a:buClr>
                <a:schemeClr val="accent1"/>
              </a:buClr>
              <a:buSzPts val="1800"/>
              <a:buNone/>
              <a:defRPr sz="1800">
                <a:solidFill>
                  <a:schemeClr val="accent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p:cSld name="SECTION_HEADER_2">
    <p:bg>
      <p:bgPr>
        <a:blipFill>
          <a:blip r:embed="rId2">
            <a:alphaModFix/>
          </a:blip>
          <a:stretch>
            <a:fillRect/>
          </a:stretch>
        </a:blipFill>
        <a:effectLst/>
      </p:bgPr>
    </p:bg>
    <p:spTree>
      <p:nvGrpSpPr>
        <p:cNvPr id="1" name="Shape 141"/>
        <p:cNvGrpSpPr/>
        <p:nvPr/>
      </p:nvGrpSpPr>
      <p:grpSpPr>
        <a:xfrm>
          <a:off x="0" y="0"/>
          <a:ext cx="0" cy="0"/>
          <a:chOff x="0" y="0"/>
          <a:chExt cx="0" cy="0"/>
        </a:xfrm>
      </p:grpSpPr>
      <p:sp>
        <p:nvSpPr>
          <p:cNvPr id="142" name="Google Shape;142;p32"/>
          <p:cNvSpPr txBox="1">
            <a:spLocks noGrp="1"/>
          </p:cNvSpPr>
          <p:nvPr>
            <p:ph type="title"/>
          </p:nvPr>
        </p:nvSpPr>
        <p:spPr>
          <a:xfrm>
            <a:off x="2062800" y="2442050"/>
            <a:ext cx="5018400" cy="598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143" name="Google Shape;143;p32"/>
          <p:cNvSpPr txBox="1">
            <a:spLocks noGrp="1"/>
          </p:cNvSpPr>
          <p:nvPr>
            <p:ph type="subTitle" idx="1"/>
          </p:nvPr>
        </p:nvSpPr>
        <p:spPr>
          <a:xfrm>
            <a:off x="2896500" y="3391325"/>
            <a:ext cx="3351000" cy="119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400">
                <a:solidFill>
                  <a:schemeClr val="lt1"/>
                </a:solidFill>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anks + Credits">
  <p:cSld name="SECTION_HEADER_1">
    <p:bg>
      <p:bgPr>
        <a:blipFill>
          <a:blip r:embed="rId2">
            <a:alphaModFix/>
          </a:blip>
          <a:stretch>
            <a:fillRect/>
          </a:stretch>
        </a:blipFill>
        <a:effectLst/>
      </p:bgPr>
    </p:bg>
    <p:spTree>
      <p:nvGrpSpPr>
        <p:cNvPr id="1" name="Shape 144"/>
        <p:cNvGrpSpPr/>
        <p:nvPr/>
      </p:nvGrpSpPr>
      <p:grpSpPr>
        <a:xfrm>
          <a:off x="0" y="0"/>
          <a:ext cx="0" cy="0"/>
          <a:chOff x="0" y="0"/>
          <a:chExt cx="0" cy="0"/>
        </a:xfrm>
      </p:grpSpPr>
      <p:sp>
        <p:nvSpPr>
          <p:cNvPr id="145" name="Google Shape;145;p33"/>
          <p:cNvSpPr txBox="1">
            <a:spLocks noGrp="1"/>
          </p:cNvSpPr>
          <p:nvPr>
            <p:ph type="title"/>
          </p:nvPr>
        </p:nvSpPr>
        <p:spPr>
          <a:xfrm>
            <a:off x="924870" y="760375"/>
            <a:ext cx="3068700" cy="598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146" name="Google Shape;146;p33"/>
          <p:cNvSpPr txBox="1">
            <a:spLocks noGrp="1"/>
          </p:cNvSpPr>
          <p:nvPr>
            <p:ph type="subTitle" idx="1"/>
          </p:nvPr>
        </p:nvSpPr>
        <p:spPr>
          <a:xfrm>
            <a:off x="924875" y="1684275"/>
            <a:ext cx="3305400" cy="109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None/>
              <a:defRPr sz="1400">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a:endParaRPr/>
          </a:p>
        </p:txBody>
      </p:sp>
      <p:sp>
        <p:nvSpPr>
          <p:cNvPr id="147" name="Google Shape;147;p33"/>
          <p:cNvSpPr txBox="1"/>
          <p:nvPr/>
        </p:nvSpPr>
        <p:spPr>
          <a:xfrm>
            <a:off x="924875" y="3570000"/>
            <a:ext cx="3305400" cy="6669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a:solidFill>
                  <a:schemeClr val="accent1"/>
                </a:solidFill>
                <a:latin typeface="Montserrat Medium"/>
                <a:ea typeface="Montserrat Medium"/>
                <a:cs typeface="Montserrat Medium"/>
                <a:sym typeface="Montserrat Medium"/>
              </a:rPr>
              <a:t>CREDITS: This presentation template was created by </a:t>
            </a:r>
            <a:r>
              <a:rPr lang="en" sz="1000">
                <a:solidFill>
                  <a:schemeClr val="accent1"/>
                </a:solidFill>
                <a:uFill>
                  <a:noFill/>
                </a:uFill>
                <a:latin typeface="Montserrat Medium"/>
                <a:ea typeface="Montserrat Medium"/>
                <a:cs typeface="Montserrat Medium"/>
                <a:sym typeface="Montserrat Medium"/>
                <a:hlinkClick r:id="rId3">
                  <a:extLst>
                    <a:ext uri="{A12FA001-AC4F-418D-AE19-62706E023703}">
                      <ahyp:hlinkClr xmlns:ahyp="http://schemas.microsoft.com/office/drawing/2018/hyperlinkcolor" val="tx"/>
                    </a:ext>
                  </a:extLst>
                </a:hlinkClick>
              </a:rPr>
              <a:t>Slidesgo</a:t>
            </a:r>
            <a:r>
              <a:rPr lang="en" sz="1000">
                <a:solidFill>
                  <a:schemeClr val="accent1"/>
                </a:solidFill>
                <a:latin typeface="Montserrat Medium"/>
                <a:ea typeface="Montserrat Medium"/>
                <a:cs typeface="Montserrat Medium"/>
                <a:sym typeface="Montserrat Medium"/>
              </a:rPr>
              <a:t>, including icons by </a:t>
            </a:r>
            <a:r>
              <a:rPr lang="en" sz="1000">
                <a:solidFill>
                  <a:schemeClr val="accent1"/>
                </a:solidFill>
                <a:uFill>
                  <a:noFill/>
                </a:uFill>
                <a:latin typeface="Montserrat Medium"/>
                <a:ea typeface="Montserrat Medium"/>
                <a:cs typeface="Montserrat Medium"/>
                <a:sym typeface="Montserrat Medium"/>
                <a:hlinkClick r:id="rId4">
                  <a:extLst>
                    <a:ext uri="{A12FA001-AC4F-418D-AE19-62706E023703}">
                      <ahyp:hlinkClr xmlns:ahyp="http://schemas.microsoft.com/office/drawing/2018/hyperlinkcolor" val="tx"/>
                    </a:ext>
                  </a:extLst>
                </a:hlinkClick>
              </a:rPr>
              <a:t>Flaticon</a:t>
            </a:r>
            <a:r>
              <a:rPr lang="en" sz="1000">
                <a:solidFill>
                  <a:schemeClr val="accent1"/>
                </a:solidFill>
                <a:latin typeface="Montserrat Medium"/>
                <a:ea typeface="Montserrat Medium"/>
                <a:cs typeface="Montserrat Medium"/>
                <a:sym typeface="Montserrat Medium"/>
              </a:rPr>
              <a:t>, and infographics &amp; images by </a:t>
            </a:r>
            <a:r>
              <a:rPr lang="en" sz="1000">
                <a:solidFill>
                  <a:schemeClr val="accent1"/>
                </a:solidFill>
                <a:uFill>
                  <a:noFill/>
                </a:uFill>
                <a:latin typeface="Montserrat Medium"/>
                <a:ea typeface="Montserrat Medium"/>
                <a:cs typeface="Montserrat Medium"/>
                <a:sym typeface="Montserrat Medium"/>
                <a:hlinkClick r:id="rId5">
                  <a:extLst>
                    <a:ext uri="{A12FA001-AC4F-418D-AE19-62706E023703}">
                      <ahyp:hlinkClr xmlns:ahyp="http://schemas.microsoft.com/office/drawing/2018/hyperlinkcolor" val="tx"/>
                    </a:ext>
                  </a:extLst>
                </a:hlinkClick>
              </a:rPr>
              <a:t>Freepik</a:t>
            </a:r>
            <a:r>
              <a:rPr lang="en" sz="1000">
                <a:solidFill>
                  <a:schemeClr val="accent1"/>
                </a:solidFill>
                <a:latin typeface="Montserrat Medium"/>
                <a:ea typeface="Montserrat Medium"/>
                <a:cs typeface="Montserrat Medium"/>
                <a:sym typeface="Montserrat Medium"/>
              </a:rPr>
              <a:t>. </a:t>
            </a:r>
            <a:endParaRPr sz="1000">
              <a:solidFill>
                <a:schemeClr val="accent1"/>
              </a:solidFill>
              <a:latin typeface="Montserrat Medium"/>
              <a:ea typeface="Montserrat Medium"/>
              <a:cs typeface="Montserrat Medium"/>
              <a:sym typeface="Montserrat Medium"/>
            </a:endParaRPr>
          </a:p>
          <a:p>
            <a:pPr marL="0" lvl="0" indent="0" algn="l" rtl="0">
              <a:spcBef>
                <a:spcPts val="300"/>
              </a:spcBef>
              <a:spcAft>
                <a:spcPts val="0"/>
              </a:spcAft>
              <a:buNone/>
            </a:pPr>
            <a:endParaRPr sz="1000">
              <a:solidFill>
                <a:schemeClr val="accent1"/>
              </a:solidFill>
              <a:latin typeface="Montserrat Medium"/>
              <a:ea typeface="Montserrat Medium"/>
              <a:cs typeface="Montserrat Medium"/>
              <a:sym typeface="Montserrat Medium"/>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938500" y="445025"/>
            <a:ext cx="4629300" cy="9414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2400"/>
              <a:buNone/>
              <a:defRPr sz="2400">
                <a:solidFill>
                  <a:schemeClr val="accen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7" name="Google Shape;17;p4"/>
          <p:cNvSpPr txBox="1">
            <a:spLocks noGrp="1"/>
          </p:cNvSpPr>
          <p:nvPr>
            <p:ph type="body" idx="1"/>
          </p:nvPr>
        </p:nvSpPr>
        <p:spPr>
          <a:xfrm>
            <a:off x="938500" y="1659275"/>
            <a:ext cx="4946400" cy="2760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chemeClr val="lt1"/>
              </a:buClr>
              <a:buSzPts val="1400"/>
              <a:buChar char="●"/>
              <a:defRPr sz="1400">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2349630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5337175" y="1297125"/>
            <a:ext cx="2837400" cy="12525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6" name="Google Shape;26;p7"/>
          <p:cNvSpPr txBox="1">
            <a:spLocks noGrp="1"/>
          </p:cNvSpPr>
          <p:nvPr>
            <p:ph type="body" idx="1"/>
          </p:nvPr>
        </p:nvSpPr>
        <p:spPr>
          <a:xfrm>
            <a:off x="5337175" y="2593875"/>
            <a:ext cx="2837400" cy="1252500"/>
          </a:xfrm>
          <a:prstGeom prst="rect">
            <a:avLst/>
          </a:prstGeom>
        </p:spPr>
        <p:txBody>
          <a:bodyPr spcFirstLastPara="1" wrap="square" lIns="91425" tIns="91425" rIns="91425" bIns="91425" anchor="t" anchorCtr="0">
            <a:noAutofit/>
          </a:bodyPr>
          <a:lstStyle>
            <a:lvl1pPr marL="457200" lvl="0" indent="-330200" rtl="0">
              <a:spcBef>
                <a:spcPts val="0"/>
              </a:spcBef>
              <a:spcAft>
                <a:spcPts val="0"/>
              </a:spcAft>
              <a:buClr>
                <a:schemeClr val="lt1"/>
              </a:buClr>
              <a:buSzPts val="1600"/>
              <a:buChar char="●"/>
              <a:defRPr sz="1600">
                <a:solidFill>
                  <a:schemeClr val="lt1"/>
                </a:solidFill>
              </a:defRPr>
            </a:lvl1pPr>
            <a:lvl2pPr marL="914400" lvl="1" indent="-330200" rtl="0">
              <a:spcBef>
                <a:spcPts val="1600"/>
              </a:spcBef>
              <a:spcAft>
                <a:spcPts val="0"/>
              </a:spcAft>
              <a:buClr>
                <a:schemeClr val="lt1"/>
              </a:buClr>
              <a:buSzPts val="1600"/>
              <a:buChar char="○"/>
              <a:defRPr sz="1600">
                <a:solidFill>
                  <a:schemeClr val="lt1"/>
                </a:solidFill>
              </a:defRPr>
            </a:lvl2pPr>
            <a:lvl3pPr marL="1371600" lvl="2" indent="-330200" rtl="0">
              <a:spcBef>
                <a:spcPts val="1600"/>
              </a:spcBef>
              <a:spcAft>
                <a:spcPts val="0"/>
              </a:spcAft>
              <a:buClr>
                <a:schemeClr val="lt1"/>
              </a:buClr>
              <a:buSzPts val="1600"/>
              <a:buChar char="■"/>
              <a:defRPr sz="1600">
                <a:solidFill>
                  <a:schemeClr val="lt1"/>
                </a:solidFill>
              </a:defRPr>
            </a:lvl3pPr>
            <a:lvl4pPr marL="1828800" lvl="3" indent="-330200" rtl="0">
              <a:spcBef>
                <a:spcPts val="1600"/>
              </a:spcBef>
              <a:spcAft>
                <a:spcPts val="0"/>
              </a:spcAft>
              <a:buClr>
                <a:schemeClr val="lt1"/>
              </a:buClr>
              <a:buSzPts val="1600"/>
              <a:buChar char="●"/>
              <a:defRPr sz="1600">
                <a:solidFill>
                  <a:schemeClr val="lt1"/>
                </a:solidFill>
              </a:defRPr>
            </a:lvl4pPr>
            <a:lvl5pPr marL="2286000" lvl="4" indent="-330200" rtl="0">
              <a:spcBef>
                <a:spcPts val="1600"/>
              </a:spcBef>
              <a:spcAft>
                <a:spcPts val="0"/>
              </a:spcAft>
              <a:buClr>
                <a:schemeClr val="lt1"/>
              </a:buClr>
              <a:buSzPts val="1600"/>
              <a:buChar char="○"/>
              <a:defRPr sz="1600">
                <a:solidFill>
                  <a:schemeClr val="lt1"/>
                </a:solidFill>
              </a:defRPr>
            </a:lvl5pPr>
            <a:lvl6pPr marL="2743200" lvl="5" indent="-330200" rtl="0">
              <a:spcBef>
                <a:spcPts val="1600"/>
              </a:spcBef>
              <a:spcAft>
                <a:spcPts val="0"/>
              </a:spcAft>
              <a:buClr>
                <a:schemeClr val="lt1"/>
              </a:buClr>
              <a:buSzPts val="1600"/>
              <a:buChar char="■"/>
              <a:defRPr sz="1600">
                <a:solidFill>
                  <a:schemeClr val="lt1"/>
                </a:solidFill>
              </a:defRPr>
            </a:lvl6pPr>
            <a:lvl7pPr marL="3200400" lvl="6" indent="-330200" rtl="0">
              <a:spcBef>
                <a:spcPts val="1600"/>
              </a:spcBef>
              <a:spcAft>
                <a:spcPts val="0"/>
              </a:spcAft>
              <a:buClr>
                <a:schemeClr val="lt1"/>
              </a:buClr>
              <a:buSzPts val="1600"/>
              <a:buChar char="●"/>
              <a:defRPr sz="1600">
                <a:solidFill>
                  <a:schemeClr val="lt1"/>
                </a:solidFill>
              </a:defRPr>
            </a:lvl7pPr>
            <a:lvl8pPr marL="3657600" lvl="7" indent="-330200" rtl="0">
              <a:spcBef>
                <a:spcPts val="1600"/>
              </a:spcBef>
              <a:spcAft>
                <a:spcPts val="0"/>
              </a:spcAft>
              <a:buClr>
                <a:schemeClr val="lt1"/>
              </a:buClr>
              <a:buSzPts val="1600"/>
              <a:buChar char="○"/>
              <a:defRPr sz="1600">
                <a:solidFill>
                  <a:schemeClr val="lt1"/>
                </a:solidFill>
              </a:defRPr>
            </a:lvl8pPr>
            <a:lvl9pPr marL="4114800" lvl="8" indent="-330200" rtl="0">
              <a:spcBef>
                <a:spcPts val="1600"/>
              </a:spcBef>
              <a:spcAft>
                <a:spcPts val="1600"/>
              </a:spcAft>
              <a:buClr>
                <a:schemeClr val="lt1"/>
              </a:buClr>
              <a:buSzPts val="1600"/>
              <a:buChar char="■"/>
              <a:defRPr sz="1600">
                <a:solidFill>
                  <a:schemeClr val="lt1"/>
                </a:solidFill>
              </a:defRPr>
            </a:lvl9pPr>
          </a:lstStyle>
          <a:p>
            <a:endParaRPr/>
          </a:p>
        </p:txBody>
      </p:sp>
    </p:spTree>
    <p:extLst>
      <p:ext uri="{BB962C8B-B14F-4D97-AF65-F5344CB8AC3E}">
        <p14:creationId xmlns:p14="http://schemas.microsoft.com/office/powerpoint/2010/main" val="7747718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 point">
    <p:bg>
      <p:bgPr>
        <a:blipFill>
          <a:blip r:embed="rId2">
            <a:alphaModFix/>
          </a:blip>
          <a:stretch>
            <a:fillRect/>
          </a:stretch>
        </a:blipFill>
        <a:effectLst/>
      </p:bgPr>
    </p:bg>
    <p:spTree>
      <p:nvGrpSpPr>
        <p:cNvPr id="1" name="Shape 27"/>
        <p:cNvGrpSpPr/>
        <p:nvPr/>
      </p:nvGrpSpPr>
      <p:grpSpPr>
        <a:xfrm>
          <a:off x="0" y="0"/>
          <a:ext cx="0" cy="0"/>
          <a:chOff x="0" y="0"/>
          <a:chExt cx="0" cy="0"/>
        </a:xfrm>
      </p:grpSpPr>
      <p:sp>
        <p:nvSpPr>
          <p:cNvPr id="28" name="Google Shape;28;p8"/>
          <p:cNvSpPr txBox="1">
            <a:spLocks noGrp="1"/>
          </p:cNvSpPr>
          <p:nvPr>
            <p:ph type="title"/>
          </p:nvPr>
        </p:nvSpPr>
        <p:spPr>
          <a:xfrm>
            <a:off x="929477" y="436183"/>
            <a:ext cx="2746500" cy="40908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3000"/>
              <a:buNone/>
              <a:defRPr sz="3000">
                <a:solidFill>
                  <a:schemeClr val="accent1"/>
                </a:solidFill>
              </a:defRPr>
            </a:lvl1pPr>
            <a:lvl2pPr lvl="1">
              <a:spcBef>
                <a:spcPts val="0"/>
              </a:spcBef>
              <a:spcAft>
                <a:spcPts val="0"/>
              </a:spcAft>
              <a:buClr>
                <a:schemeClr val="accent1"/>
              </a:buClr>
              <a:buSzPts val="4800"/>
              <a:buNone/>
              <a:defRPr sz="4800">
                <a:solidFill>
                  <a:schemeClr val="accent1"/>
                </a:solidFill>
              </a:defRPr>
            </a:lvl2pPr>
            <a:lvl3pPr lvl="2">
              <a:spcBef>
                <a:spcPts val="0"/>
              </a:spcBef>
              <a:spcAft>
                <a:spcPts val="0"/>
              </a:spcAft>
              <a:buClr>
                <a:schemeClr val="accent1"/>
              </a:buClr>
              <a:buSzPts val="4800"/>
              <a:buNone/>
              <a:defRPr sz="4800">
                <a:solidFill>
                  <a:schemeClr val="accent1"/>
                </a:solidFill>
              </a:defRPr>
            </a:lvl3pPr>
            <a:lvl4pPr lvl="3">
              <a:spcBef>
                <a:spcPts val="0"/>
              </a:spcBef>
              <a:spcAft>
                <a:spcPts val="0"/>
              </a:spcAft>
              <a:buClr>
                <a:schemeClr val="accent1"/>
              </a:buClr>
              <a:buSzPts val="4800"/>
              <a:buNone/>
              <a:defRPr sz="4800">
                <a:solidFill>
                  <a:schemeClr val="accent1"/>
                </a:solidFill>
              </a:defRPr>
            </a:lvl4pPr>
            <a:lvl5pPr lvl="4">
              <a:spcBef>
                <a:spcPts val="0"/>
              </a:spcBef>
              <a:spcAft>
                <a:spcPts val="0"/>
              </a:spcAft>
              <a:buClr>
                <a:schemeClr val="accent1"/>
              </a:buClr>
              <a:buSzPts val="4800"/>
              <a:buNone/>
              <a:defRPr sz="4800">
                <a:solidFill>
                  <a:schemeClr val="accent1"/>
                </a:solidFill>
              </a:defRPr>
            </a:lvl5pPr>
            <a:lvl6pPr lvl="5">
              <a:spcBef>
                <a:spcPts val="0"/>
              </a:spcBef>
              <a:spcAft>
                <a:spcPts val="0"/>
              </a:spcAft>
              <a:buClr>
                <a:schemeClr val="accent1"/>
              </a:buClr>
              <a:buSzPts val="4800"/>
              <a:buNone/>
              <a:defRPr sz="4800">
                <a:solidFill>
                  <a:schemeClr val="accent1"/>
                </a:solidFill>
              </a:defRPr>
            </a:lvl6pPr>
            <a:lvl7pPr lvl="6">
              <a:spcBef>
                <a:spcPts val="0"/>
              </a:spcBef>
              <a:spcAft>
                <a:spcPts val="0"/>
              </a:spcAft>
              <a:buClr>
                <a:schemeClr val="accent1"/>
              </a:buClr>
              <a:buSzPts val="4800"/>
              <a:buNone/>
              <a:defRPr sz="4800">
                <a:solidFill>
                  <a:schemeClr val="accent1"/>
                </a:solidFill>
              </a:defRPr>
            </a:lvl7pPr>
            <a:lvl8pPr lvl="7">
              <a:spcBef>
                <a:spcPts val="0"/>
              </a:spcBef>
              <a:spcAft>
                <a:spcPts val="0"/>
              </a:spcAft>
              <a:buClr>
                <a:schemeClr val="accent1"/>
              </a:buClr>
              <a:buSzPts val="4800"/>
              <a:buNone/>
              <a:defRPr sz="4800">
                <a:solidFill>
                  <a:schemeClr val="accent1"/>
                </a:solidFill>
              </a:defRPr>
            </a:lvl8pPr>
            <a:lvl9pPr lvl="8">
              <a:spcBef>
                <a:spcPts val="0"/>
              </a:spcBef>
              <a:spcAft>
                <a:spcPts val="0"/>
              </a:spcAft>
              <a:buClr>
                <a:schemeClr val="accent1"/>
              </a:buClr>
              <a:buSzPts val="4800"/>
              <a:buNone/>
              <a:defRPr sz="4800">
                <a:solidFill>
                  <a:schemeClr val="accent1"/>
                </a:solidFill>
              </a:defRPr>
            </a:lvl9pPr>
          </a:lstStyle>
          <a:p>
            <a:endParaRPr/>
          </a:p>
        </p:txBody>
      </p:sp>
      <p:pic>
        <p:nvPicPr>
          <p:cNvPr id="29" name="Google Shape;29;p8"/>
          <p:cNvPicPr preferRelativeResize="0"/>
          <p:nvPr/>
        </p:nvPicPr>
        <p:blipFill>
          <a:blip r:embed="rId3">
            <a:alphaModFix/>
          </a:blip>
          <a:stretch>
            <a:fillRect/>
          </a:stretch>
        </p:blipFill>
        <p:spPr>
          <a:xfrm rot="5400000">
            <a:off x="3278924" y="414050"/>
            <a:ext cx="7626551" cy="2883799"/>
          </a:xfrm>
          <a:prstGeom prst="rect">
            <a:avLst/>
          </a:prstGeom>
          <a:noFill/>
          <a:ln>
            <a:noFill/>
          </a:ln>
        </p:spPr>
      </p:pic>
      <p:pic>
        <p:nvPicPr>
          <p:cNvPr id="30" name="Google Shape;30;p8"/>
          <p:cNvPicPr preferRelativeResize="0"/>
          <p:nvPr/>
        </p:nvPicPr>
        <p:blipFill>
          <a:blip r:embed="rId3">
            <a:alphaModFix/>
          </a:blip>
          <a:stretch>
            <a:fillRect/>
          </a:stretch>
        </p:blipFill>
        <p:spPr>
          <a:xfrm rot="5400000" flipH="1">
            <a:off x="4822414" y="-351911"/>
            <a:ext cx="9309797" cy="3520275"/>
          </a:xfrm>
          <a:prstGeom prst="rect">
            <a:avLst/>
          </a:prstGeom>
          <a:noFill/>
          <a:ln>
            <a:noFill/>
          </a:ln>
        </p:spPr>
      </p:pic>
    </p:spTree>
    <p:extLst>
      <p:ext uri="{BB962C8B-B14F-4D97-AF65-F5344CB8AC3E}">
        <p14:creationId xmlns:p14="http://schemas.microsoft.com/office/powerpoint/2010/main" val="1227354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Visual Studio Live! Redmond 2014">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7F63CDA3-A2DE-473C-A81C-F73D2A1BFF69}" type="datetimeFigureOut">
              <a:rPr lang="en-US" smtClean="0"/>
              <a:pPr>
                <a:defRPr/>
              </a:pPr>
              <a:t>8/3/2024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13274564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Visual Studio Live! Washington, D.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3173A4F-54E2-42AD-AEE7-525DC08E7D5E}" type="datetimeFigureOut">
              <a:rPr lang="en-US" smtClean="0"/>
              <a:pPr>
                <a:defRPr/>
              </a:pPr>
              <a:t>8/3/2024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37359211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7"/>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14562E-E191-4140-8CA7-D81566904FD6}" type="datetimeFigureOut">
              <a:rPr lang="en-US" smtClean="0"/>
              <a:pPr>
                <a:defRPr/>
              </a:pPr>
              <a:t>8/3/2024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1408128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2886AD8-D031-4E57-A880-97BEE7625BF5}" type="datetimeFigureOut">
              <a:rPr lang="en-US" smtClean="0"/>
              <a:pPr>
                <a:defRPr/>
              </a:pPr>
              <a:t>8/3/2024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4519252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80"/>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F146D33-8E80-4809-BCCA-EEFDCA7877C6}" type="datetimeFigureOut">
              <a:rPr lang="en-US" smtClean="0"/>
              <a:pPr>
                <a:defRPr/>
              </a:pPr>
              <a:t>8/3/2024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31197696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475E31E-3DDB-4319-BC51-F5022B7F3C8D}" type="datetimeFigureOut">
              <a:rPr lang="en-US" smtClean="0"/>
              <a:pPr>
                <a:defRPr/>
              </a:pPr>
              <a:t>8/3/2024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1253398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76638B8-B788-4682-A596-85CF4ED65A7B}" type="datetimeFigureOut">
              <a:rPr lang="en-US" smtClean="0"/>
              <a:pPr>
                <a:defRPr/>
              </a:pPr>
              <a:t>8/3/2024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24313624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9"/>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A9C0D6F-86BC-4F0A-A9FD-A71A70874F57}" type="datetimeFigureOut">
              <a:rPr lang="en-US" smtClean="0"/>
              <a:pPr>
                <a:defRPr/>
              </a:pPr>
              <a:t>8/3/2024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31217176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A62623F-4765-4759-9A73-D8655DC8D973}" type="datetimeFigureOut">
              <a:rPr lang="en-US" smtClean="0"/>
              <a:pPr>
                <a:defRPr/>
              </a:pPr>
              <a:t>8/3/2024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33324050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CF2FE-3FA7-4ABC-8D10-AB106564C9F6}" type="datetimeFigureOut">
              <a:rPr lang="en-US" smtClean="0"/>
              <a:pPr>
                <a:defRPr/>
              </a:pPr>
              <a:t>8/3/2024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14594574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2"/>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2"/>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AD803F9-FDAA-4AD8-AB1F-AC9EA3FA17D9}" type="datetimeFigureOut">
              <a:rPr lang="en-US" smtClean="0"/>
              <a:pPr>
                <a:defRPr/>
              </a:pPr>
              <a:t>8/3/2024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extLst>
      <p:ext uri="{BB962C8B-B14F-4D97-AF65-F5344CB8AC3E}">
        <p14:creationId xmlns:p14="http://schemas.microsoft.com/office/powerpoint/2010/main" val="592279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1.jp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8" r:id="rId4"/>
    <p:sldLayoutId id="2147483660" r:id="rId5"/>
    <p:sldLayoutId id="2147483661" r:id="rId6"/>
    <p:sldLayoutId id="2147483662" r:id="rId7"/>
    <p:sldLayoutId id="2147483678" r:id="rId8"/>
    <p:sldLayoutId id="2147483679" r:id="rId9"/>
    <p:sldLayoutId id="2147483684" r:id="rId10"/>
    <p:sldLayoutId id="2147483685" r:id="rId11"/>
    <p:sldLayoutId id="2147483698"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5979"/>
            <a:ext cx="82296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457200" y="1200151"/>
            <a:ext cx="8229600" cy="3394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cs typeface="+mn-cs"/>
              </a:defRPr>
            </a:lvl1pPr>
          </a:lstStyle>
          <a:p>
            <a:pPr>
              <a:defRPr/>
            </a:pPr>
            <a:fld id="{AADEF755-0B60-4A3E-9C6A-4CADF1C89A5E}" type="datetimeFigureOut">
              <a:rPr lang="en-US" smtClean="0"/>
              <a:pPr>
                <a:defRPr/>
              </a:pPr>
              <a:t>8/3/2024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Tree>
    <p:extLst>
      <p:ext uri="{BB962C8B-B14F-4D97-AF65-F5344CB8AC3E}">
        <p14:creationId xmlns:p14="http://schemas.microsoft.com/office/powerpoint/2010/main" val="2010070284"/>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l" rtl="0" eaLnBrk="1" fontAlgn="base" hangingPunct="1">
        <a:spcBef>
          <a:spcPct val="0"/>
        </a:spcBef>
        <a:spcAft>
          <a:spcPct val="0"/>
        </a:spcAft>
        <a:defRPr sz="4400" kern="1200">
          <a:solidFill>
            <a:srgbClr val="002060"/>
          </a:solidFill>
          <a:latin typeface="Arial Bold" pitchFamily="-72" charset="0"/>
          <a:ea typeface="ＭＳ Ｐゴシック" pitchFamily="-72" charset="-128"/>
          <a:cs typeface="ＭＳ Ｐゴシック" pitchFamily="-72" charset="-128"/>
        </a:defRPr>
      </a:lvl1pPr>
      <a:lvl2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2pPr>
      <a:lvl3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3pPr>
      <a:lvl4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4pPr>
      <a:lvl5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5pPr>
      <a:lvl6pPr marL="4572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6pPr>
      <a:lvl7pPr marL="9144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7pPr>
      <a:lvl8pPr marL="13716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8pPr>
      <a:lvl9pPr marL="18288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9pPr>
    </p:titleStyle>
    <p:bodyStyle>
      <a:lvl1pPr marL="342900" indent="-342900" algn="l" rtl="0" eaLnBrk="1" fontAlgn="base" hangingPunct="1">
        <a:spcBef>
          <a:spcPct val="20000"/>
        </a:spcBef>
        <a:spcAft>
          <a:spcPct val="0"/>
        </a:spcAft>
        <a:buClr>
          <a:schemeClr val="accent1"/>
        </a:buClr>
        <a:buFont typeface="Arial" pitchFamily="-72" charset="0"/>
        <a:buChar char="•"/>
        <a:defRPr sz="3200" kern="1200">
          <a:solidFill>
            <a:schemeClr val="tx1"/>
          </a:solidFill>
          <a:latin typeface="Arial" pitchFamily="-72" charset="0"/>
          <a:ea typeface="ＭＳ Ｐゴシック" pitchFamily="-72" charset="-128"/>
          <a:cs typeface="ＭＳ Ｐゴシック" pitchFamily="-72" charset="-128"/>
        </a:defRPr>
      </a:lvl1pPr>
      <a:lvl2pPr marL="742950" indent="-285750" algn="l" rtl="0" eaLnBrk="1" fontAlgn="base" hangingPunct="1">
        <a:spcBef>
          <a:spcPct val="20000"/>
        </a:spcBef>
        <a:spcAft>
          <a:spcPct val="0"/>
        </a:spcAft>
        <a:buClr>
          <a:schemeClr val="tx2"/>
        </a:buClr>
        <a:buFont typeface="Arial" pitchFamily="-72" charset="0"/>
        <a:buChar char="–"/>
        <a:defRPr sz="2800" kern="1200">
          <a:solidFill>
            <a:schemeClr val="tx1"/>
          </a:solidFill>
          <a:latin typeface="Arial" pitchFamily="-72" charset="0"/>
          <a:ea typeface="ＭＳ Ｐゴシック" pitchFamily="-72" charset="-128"/>
          <a:cs typeface="+mn-cs"/>
        </a:defRPr>
      </a:lvl2pPr>
      <a:lvl3pPr marL="1143000" indent="-228600" algn="l" rtl="0" eaLnBrk="1" fontAlgn="base" hangingPunct="1">
        <a:spcBef>
          <a:spcPct val="20000"/>
        </a:spcBef>
        <a:spcAft>
          <a:spcPct val="0"/>
        </a:spcAft>
        <a:buClr>
          <a:schemeClr val="bg2"/>
        </a:buClr>
        <a:buFont typeface="Arial" pitchFamily="-72" charset="0"/>
        <a:buChar char="•"/>
        <a:defRPr sz="2400" kern="1200">
          <a:solidFill>
            <a:schemeClr val="tx1"/>
          </a:solidFill>
          <a:latin typeface="Arial" pitchFamily="-72" charset="0"/>
          <a:ea typeface="ＭＳ Ｐゴシック" pitchFamily="-72" charset="-128"/>
          <a:cs typeface="+mn-cs"/>
        </a:defRPr>
      </a:lvl3pPr>
      <a:lvl4pPr marL="1600200" indent="-228600" algn="l" rtl="0" eaLnBrk="1" fontAlgn="base" hangingPunct="1">
        <a:spcBef>
          <a:spcPct val="20000"/>
        </a:spcBef>
        <a:spcAft>
          <a:spcPct val="0"/>
        </a:spcAft>
        <a:buClr>
          <a:schemeClr val="accent1"/>
        </a:buClr>
        <a:buFont typeface="Arial" pitchFamily="-72" charset="0"/>
        <a:buChar char="–"/>
        <a:defRPr sz="2000" kern="1200">
          <a:solidFill>
            <a:schemeClr val="tx1"/>
          </a:solidFill>
          <a:latin typeface="Arial" pitchFamily="-72" charset="0"/>
          <a:ea typeface="ＭＳ Ｐゴシック" pitchFamily="-72" charset="-128"/>
          <a:cs typeface="+mn-cs"/>
        </a:defRPr>
      </a:lvl4pPr>
      <a:lvl5pPr marL="2057400" indent="-228600" algn="l" rtl="0" eaLnBrk="1" fontAlgn="base" hangingPunct="1">
        <a:spcBef>
          <a:spcPct val="20000"/>
        </a:spcBef>
        <a:spcAft>
          <a:spcPct val="0"/>
        </a:spcAft>
        <a:buClr>
          <a:schemeClr val="tx2"/>
        </a:buClr>
        <a:buFont typeface="Arial" pitchFamily="-72" charset="0"/>
        <a:buChar char="»"/>
        <a:defRPr sz="2000" kern="1200">
          <a:solidFill>
            <a:schemeClr val="tx1"/>
          </a:solidFill>
          <a:latin typeface="Arial" pitchFamily="-72" charset="0"/>
          <a:ea typeface="ＭＳ Ｐゴシック" pitchFamily="-72"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diagramColors" Target="../diagrams/colors2.xml"/><Relationship Id="rId11" Type="http://schemas.openxmlformats.org/officeDocument/2006/relationships/image" Target="../media/image18.svg"/><Relationship Id="rId5" Type="http://schemas.openxmlformats.org/officeDocument/2006/relationships/diagramQuickStyle" Target="../diagrams/quickStyle2.xml"/><Relationship Id="rId10" Type="http://schemas.openxmlformats.org/officeDocument/2006/relationships/image" Target="../media/image17.png"/><Relationship Id="rId4" Type="http://schemas.openxmlformats.org/officeDocument/2006/relationships/diagramLayout" Target="../diagrams/layout2.xml"/><Relationship Id="rId9" Type="http://schemas.openxmlformats.org/officeDocument/2006/relationships/image" Target="../media/image16.svg"/></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0.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0.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Shape 161"/>
        <p:cNvGrpSpPr/>
        <p:nvPr/>
      </p:nvGrpSpPr>
      <p:grpSpPr>
        <a:xfrm>
          <a:off x="0" y="0"/>
          <a:ext cx="0" cy="0"/>
          <a:chOff x="0" y="0"/>
          <a:chExt cx="0" cy="0"/>
        </a:xfrm>
      </p:grpSpPr>
      <p:sp>
        <p:nvSpPr>
          <p:cNvPr id="162" name="Google Shape;162;p38"/>
          <p:cNvSpPr txBox="1">
            <a:spLocks noGrp="1"/>
          </p:cNvSpPr>
          <p:nvPr>
            <p:ph type="ctrTitle"/>
          </p:nvPr>
        </p:nvSpPr>
        <p:spPr>
          <a:xfrm>
            <a:off x="2175900" y="1950100"/>
            <a:ext cx="4792200" cy="644700"/>
          </a:xfrm>
          <a:prstGeom prst="rect">
            <a:avLst/>
          </a:prstGeom>
          <a:effectLst>
            <a:outerShdw blurRad="142875" dist="19050" dir="8760000" algn="bl" rotWithShape="0">
              <a:srgbClr val="76A5AF">
                <a:alpha val="50000"/>
              </a:srgbClr>
            </a:outerShdw>
          </a:effectLst>
        </p:spPr>
        <p:txBody>
          <a:bodyPr spcFirstLastPara="1" wrap="square" lIns="91425" tIns="91425" rIns="91425" bIns="91425" anchor="b" anchorCtr="0">
            <a:noAutofit/>
          </a:bodyPr>
          <a:lstStyle/>
          <a:p>
            <a:pPr marL="0" lvl="0" indent="0" algn="ctr" rtl="0">
              <a:spcBef>
                <a:spcPts val="0"/>
              </a:spcBef>
              <a:spcAft>
                <a:spcPts val="0"/>
              </a:spcAft>
              <a:buNone/>
            </a:pPr>
            <a:r>
              <a:rPr lang="en" dirty="0"/>
              <a:t>HYPERMEDIA</a:t>
            </a:r>
            <a:endParaRPr dirty="0"/>
          </a:p>
        </p:txBody>
      </p:sp>
      <p:sp>
        <p:nvSpPr>
          <p:cNvPr id="163" name="Google Shape;163;p38"/>
          <p:cNvSpPr txBox="1">
            <a:spLocks noGrp="1"/>
          </p:cNvSpPr>
          <p:nvPr>
            <p:ph type="subTitle" idx="1"/>
          </p:nvPr>
        </p:nvSpPr>
        <p:spPr>
          <a:xfrm>
            <a:off x="2044200" y="3704650"/>
            <a:ext cx="5055600" cy="46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Bringing Knowledge to your APIs</a:t>
            </a:r>
            <a:endParaRPr dirty="0"/>
          </a:p>
        </p:txBody>
      </p:sp>
      <p:sp>
        <p:nvSpPr>
          <p:cNvPr id="164" name="Google Shape;164;p38"/>
          <p:cNvSpPr txBox="1">
            <a:spLocks noGrp="1"/>
          </p:cNvSpPr>
          <p:nvPr>
            <p:ph type="ctrTitle"/>
          </p:nvPr>
        </p:nvSpPr>
        <p:spPr>
          <a:xfrm>
            <a:off x="2941650" y="2624375"/>
            <a:ext cx="3260700" cy="464700"/>
          </a:xfrm>
          <a:prstGeom prst="rect">
            <a:avLst/>
          </a:prstGeom>
          <a:effectLst>
            <a:outerShdw blurRad="100013" dist="19050" dir="8460000" algn="bl" rotWithShape="0">
              <a:srgbClr val="76A5AF">
                <a:alpha val="50000"/>
              </a:srgbClr>
            </a:outerShdw>
          </a:effectLst>
        </p:spPr>
        <p:txBody>
          <a:bodyPr spcFirstLastPara="1" wrap="square" lIns="91425" tIns="91425" rIns="91425" bIns="91425" anchor="b" anchorCtr="0">
            <a:noAutofit/>
          </a:bodyPr>
          <a:lstStyle/>
          <a:p>
            <a:pPr marL="0" lvl="0" indent="0" algn="ctr" rtl="0">
              <a:spcBef>
                <a:spcPts val="0"/>
              </a:spcBef>
              <a:spcAft>
                <a:spcPts val="0"/>
              </a:spcAft>
              <a:buNone/>
            </a:pPr>
            <a:r>
              <a:rPr lang="en" sz="2200" b="0" dirty="0">
                <a:latin typeface="Montserrat ExtraLight"/>
                <a:ea typeface="Montserrat ExtraLight"/>
                <a:cs typeface="Montserrat ExtraLight"/>
                <a:sym typeface="Montserrat ExtraLight"/>
              </a:rPr>
              <a:t>ASP.NET WEB API</a:t>
            </a:r>
            <a:endParaRPr sz="2200" b="0" dirty="0">
              <a:latin typeface="Montserrat ExtraLight"/>
              <a:ea typeface="Montserrat ExtraLight"/>
              <a:cs typeface="Montserrat ExtraLight"/>
              <a:sym typeface="Montserrat ExtraLight"/>
            </a:endParaRPr>
          </a:p>
        </p:txBody>
      </p:sp>
      <p:cxnSp>
        <p:nvCxnSpPr>
          <p:cNvPr id="165" name="Google Shape;165;p38"/>
          <p:cNvCxnSpPr/>
          <p:nvPr/>
        </p:nvCxnSpPr>
        <p:spPr>
          <a:xfrm>
            <a:off x="3190500" y="256517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logos on a white background&#10;&#10;Description automatically generated">
            <a:extLst>
              <a:ext uri="{FF2B5EF4-FFF2-40B4-BE49-F238E27FC236}">
                <a16:creationId xmlns:a16="http://schemas.microsoft.com/office/drawing/2014/main" id="{9B52650B-84B4-A4B7-D5F3-3F3AAE64980B}"/>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26033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40"/>
          <p:cNvSpPr txBox="1">
            <a:spLocks noGrp="1"/>
          </p:cNvSpPr>
          <p:nvPr>
            <p:ph type="title" idx="6"/>
          </p:nvPr>
        </p:nvSpPr>
        <p:spPr>
          <a:xfrm>
            <a:off x="1048450" y="1770700"/>
            <a:ext cx="2067000" cy="723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01</a:t>
            </a:r>
            <a:endParaRPr dirty="0"/>
          </a:p>
        </p:txBody>
      </p:sp>
      <p:sp>
        <p:nvSpPr>
          <p:cNvPr id="179" name="Google Shape;179;p40"/>
          <p:cNvSpPr txBox="1">
            <a:spLocks noGrp="1"/>
          </p:cNvSpPr>
          <p:nvPr>
            <p:ph type="title"/>
          </p:nvPr>
        </p:nvSpPr>
        <p:spPr>
          <a:xfrm>
            <a:off x="3538497" y="2615575"/>
            <a:ext cx="2067000" cy="54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DEEP-DIVE</a:t>
            </a:r>
            <a:endParaRPr dirty="0"/>
          </a:p>
        </p:txBody>
      </p:sp>
      <p:sp>
        <p:nvSpPr>
          <p:cNvPr id="180" name="Google Shape;180;p40"/>
          <p:cNvSpPr txBox="1">
            <a:spLocks noGrp="1"/>
          </p:cNvSpPr>
          <p:nvPr>
            <p:ph type="subTitle" idx="1"/>
          </p:nvPr>
        </p:nvSpPr>
        <p:spPr>
          <a:xfrm>
            <a:off x="3538497" y="3148075"/>
            <a:ext cx="2067000" cy="123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Let’s look at REST and why Hypermedia is so important</a:t>
            </a:r>
            <a:endParaRPr dirty="0"/>
          </a:p>
        </p:txBody>
      </p:sp>
      <p:sp>
        <p:nvSpPr>
          <p:cNvPr id="181" name="Google Shape;181;p40"/>
          <p:cNvSpPr txBox="1">
            <a:spLocks noGrp="1"/>
          </p:cNvSpPr>
          <p:nvPr>
            <p:ph type="title" idx="2"/>
          </p:nvPr>
        </p:nvSpPr>
        <p:spPr>
          <a:xfrm>
            <a:off x="5913818" y="2620790"/>
            <a:ext cx="2296463" cy="54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CODE EXAMPLES</a:t>
            </a:r>
            <a:endParaRPr dirty="0"/>
          </a:p>
        </p:txBody>
      </p:sp>
      <p:sp>
        <p:nvSpPr>
          <p:cNvPr id="182" name="Google Shape;182;p40"/>
          <p:cNvSpPr txBox="1">
            <a:spLocks noGrp="1"/>
          </p:cNvSpPr>
          <p:nvPr>
            <p:ph type="subTitle" idx="3"/>
          </p:nvPr>
        </p:nvSpPr>
        <p:spPr>
          <a:xfrm>
            <a:off x="6028553" y="3148075"/>
            <a:ext cx="2067000" cy="123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How do we implement Hypermedia in Web API?</a:t>
            </a:r>
            <a:endParaRPr dirty="0"/>
          </a:p>
        </p:txBody>
      </p:sp>
      <p:sp>
        <p:nvSpPr>
          <p:cNvPr id="183" name="Google Shape;183;p40"/>
          <p:cNvSpPr txBox="1">
            <a:spLocks noGrp="1"/>
          </p:cNvSpPr>
          <p:nvPr>
            <p:ph type="title" idx="4"/>
          </p:nvPr>
        </p:nvSpPr>
        <p:spPr>
          <a:xfrm>
            <a:off x="1048447" y="2615575"/>
            <a:ext cx="2067000" cy="54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METADATA</a:t>
            </a:r>
            <a:endParaRPr dirty="0"/>
          </a:p>
        </p:txBody>
      </p:sp>
      <p:sp>
        <p:nvSpPr>
          <p:cNvPr id="184" name="Google Shape;184;p40"/>
          <p:cNvSpPr txBox="1">
            <a:spLocks noGrp="1"/>
          </p:cNvSpPr>
          <p:nvPr>
            <p:ph type="subTitle" idx="5"/>
          </p:nvPr>
        </p:nvSpPr>
        <p:spPr>
          <a:xfrm>
            <a:off x="1048447" y="3148075"/>
            <a:ext cx="2067000" cy="1235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Why do we need Hypermedia in ASP.NET Web API?</a:t>
            </a:r>
            <a:endParaRPr dirty="0"/>
          </a:p>
        </p:txBody>
      </p:sp>
      <p:sp>
        <p:nvSpPr>
          <p:cNvPr id="185" name="Google Shape;185;p40"/>
          <p:cNvSpPr txBox="1">
            <a:spLocks noGrp="1"/>
          </p:cNvSpPr>
          <p:nvPr>
            <p:ph type="title" idx="7"/>
          </p:nvPr>
        </p:nvSpPr>
        <p:spPr>
          <a:xfrm>
            <a:off x="3538500" y="1770700"/>
            <a:ext cx="2067000" cy="723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02</a:t>
            </a:r>
            <a:endParaRPr/>
          </a:p>
        </p:txBody>
      </p:sp>
      <p:sp>
        <p:nvSpPr>
          <p:cNvPr id="186" name="Google Shape;186;p40"/>
          <p:cNvSpPr txBox="1">
            <a:spLocks noGrp="1"/>
          </p:cNvSpPr>
          <p:nvPr>
            <p:ph type="title" idx="8"/>
          </p:nvPr>
        </p:nvSpPr>
        <p:spPr>
          <a:xfrm>
            <a:off x="6028550" y="1770700"/>
            <a:ext cx="2067000" cy="723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03</a:t>
            </a:r>
            <a:endParaRPr/>
          </a:p>
        </p:txBody>
      </p:sp>
      <p:cxnSp>
        <p:nvCxnSpPr>
          <p:cNvPr id="187" name="Google Shape;187;p40"/>
          <p:cNvCxnSpPr/>
          <p:nvPr/>
        </p:nvCxnSpPr>
        <p:spPr>
          <a:xfrm>
            <a:off x="1883350" y="2546160"/>
            <a:ext cx="3972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88" name="Google Shape;188;p40"/>
          <p:cNvCxnSpPr/>
          <p:nvPr/>
        </p:nvCxnSpPr>
        <p:spPr>
          <a:xfrm>
            <a:off x="4373400" y="2546160"/>
            <a:ext cx="3972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89" name="Google Shape;189;p40"/>
          <p:cNvCxnSpPr/>
          <p:nvPr/>
        </p:nvCxnSpPr>
        <p:spPr>
          <a:xfrm>
            <a:off x="6863450" y="2546160"/>
            <a:ext cx="3972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2" name="Google Shape;214;p44">
            <a:extLst>
              <a:ext uri="{FF2B5EF4-FFF2-40B4-BE49-F238E27FC236}">
                <a16:creationId xmlns:a16="http://schemas.microsoft.com/office/drawing/2014/main" id="{F6E635CB-C082-22E1-1D6B-5E8B65B0DF5B}"/>
              </a:ext>
            </a:extLst>
          </p:cNvPr>
          <p:cNvSpPr txBox="1">
            <a:spLocks/>
          </p:cNvSpPr>
          <p:nvPr/>
        </p:nvSpPr>
        <p:spPr>
          <a:xfrm>
            <a:off x="938500" y="445025"/>
            <a:ext cx="4629300" cy="94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800"/>
              <a:buFont typeface="Montserrat ExtraBold"/>
              <a:buNone/>
              <a:defRPr sz="1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2pPr>
            <a:lvl3pPr marR="0" lvl="2"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3pPr>
            <a:lvl4pPr marR="0" lvl="3"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4pPr>
            <a:lvl5pPr marR="0" lvl="4"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5pPr>
            <a:lvl6pPr marR="0" lvl="5"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6pPr>
            <a:lvl7pPr marR="0" lvl="6"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7pPr>
            <a:lvl8pPr marR="0" lvl="7"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8pPr>
            <a:lvl9pPr marR="0" lvl="8" algn="ctr" rtl="0">
              <a:lnSpc>
                <a:spcPct val="100000"/>
              </a:lnSpc>
              <a:spcBef>
                <a:spcPts val="0"/>
              </a:spcBef>
              <a:spcAft>
                <a:spcPts val="0"/>
              </a:spcAft>
              <a:buClr>
                <a:schemeClr val="lt1"/>
              </a:buClr>
              <a:buSzPts val="4200"/>
              <a:buFont typeface="Montserrat"/>
              <a:buNone/>
              <a:defRPr sz="4200" b="0" i="0" u="none" strike="noStrike" cap="none">
                <a:solidFill>
                  <a:schemeClr val="lt1"/>
                </a:solidFill>
                <a:latin typeface="Montserrat"/>
                <a:ea typeface="Montserrat"/>
                <a:cs typeface="Montserrat"/>
                <a:sym typeface="Montserrat"/>
              </a:defRPr>
            </a:lvl9pPr>
          </a:lstStyle>
          <a:p>
            <a:pPr algn="l"/>
            <a:r>
              <a:rPr lang="en-US" sz="3600" dirty="0">
                <a:solidFill>
                  <a:schemeClr val="accent1"/>
                </a:solidFill>
              </a:rPr>
              <a:t>Agenda</a:t>
            </a:r>
            <a:endParaRPr lang="en-US" sz="2400" dirty="0">
              <a:solidFill>
                <a:schemeClr val="accent1"/>
              </a:solidFill>
            </a:endParaRPr>
          </a:p>
        </p:txBody>
      </p:sp>
      <p:cxnSp>
        <p:nvCxnSpPr>
          <p:cNvPr id="3" name="Google Shape;216;p44">
            <a:extLst>
              <a:ext uri="{FF2B5EF4-FFF2-40B4-BE49-F238E27FC236}">
                <a16:creationId xmlns:a16="http://schemas.microsoft.com/office/drawing/2014/main" id="{7FA5CD5F-ABAE-A260-7EEA-5F4031A91CC9}"/>
              </a:ext>
            </a:extLst>
          </p:cNvPr>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41"/>
          <p:cNvSpPr txBox="1">
            <a:spLocks noGrp="1"/>
          </p:cNvSpPr>
          <p:nvPr>
            <p:ph type="ctrTitle"/>
          </p:nvPr>
        </p:nvSpPr>
        <p:spPr>
          <a:xfrm>
            <a:off x="1924216" y="2832875"/>
            <a:ext cx="7219784" cy="644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Chris Woodruff</a:t>
            </a:r>
            <a:endParaRPr dirty="0"/>
          </a:p>
        </p:txBody>
      </p:sp>
      <p:sp>
        <p:nvSpPr>
          <p:cNvPr id="3" name="Subtitle 2">
            <a:extLst>
              <a:ext uri="{FF2B5EF4-FFF2-40B4-BE49-F238E27FC236}">
                <a16:creationId xmlns:a16="http://schemas.microsoft.com/office/drawing/2014/main" id="{A2B43216-D6B8-1242-80FB-431D396198DB}"/>
              </a:ext>
            </a:extLst>
          </p:cNvPr>
          <p:cNvSpPr>
            <a:spLocks noGrp="1"/>
          </p:cNvSpPr>
          <p:nvPr>
            <p:ph type="subTitle" idx="1"/>
          </p:nvPr>
        </p:nvSpPr>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42"/>
          <p:cNvSpPr txBox="1">
            <a:spLocks noGrp="1"/>
          </p:cNvSpPr>
          <p:nvPr>
            <p:ph type="subTitle" idx="1"/>
          </p:nvPr>
        </p:nvSpPr>
        <p:spPr>
          <a:xfrm>
            <a:off x="2481900" y="3945600"/>
            <a:ext cx="4180200" cy="46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—Roy Fielding</a:t>
            </a:r>
            <a:endParaRPr dirty="0"/>
          </a:p>
        </p:txBody>
      </p:sp>
      <p:sp>
        <p:nvSpPr>
          <p:cNvPr id="201" name="Google Shape;201;p42"/>
          <p:cNvSpPr txBox="1">
            <a:spLocks noGrp="1"/>
          </p:cNvSpPr>
          <p:nvPr>
            <p:ph type="ctrTitle"/>
          </p:nvPr>
        </p:nvSpPr>
        <p:spPr>
          <a:xfrm>
            <a:off x="1850525" y="1157925"/>
            <a:ext cx="5442900" cy="2603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a:t>
            </a:r>
            <a:r>
              <a:rPr lang="en-US" sz="2400" dirty="0"/>
              <a:t>You can’t have evolvability if clients have their controls baked into their design at deployment. Controls have to be learned on the fly. That’s what hypermedia enables.</a:t>
            </a:r>
            <a:r>
              <a:rPr lang="en" sz="2400" dirty="0"/>
              <a:t>.”</a:t>
            </a:r>
            <a:endParaRPr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3762670" y="3177750"/>
            <a:ext cx="3068700" cy="59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METADATA</a:t>
            </a:r>
            <a:endParaRPr dirty="0"/>
          </a:p>
        </p:txBody>
      </p:sp>
      <p:sp>
        <p:nvSpPr>
          <p:cNvPr id="207" name="Google Shape;207;p43"/>
          <p:cNvSpPr txBox="1">
            <a:spLocks noGrp="1"/>
          </p:cNvSpPr>
          <p:nvPr>
            <p:ph type="title" idx="2"/>
          </p:nvPr>
        </p:nvSpPr>
        <p:spPr>
          <a:xfrm>
            <a:off x="1048270" y="3287500"/>
            <a:ext cx="2412900" cy="931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sp>
        <p:nvSpPr>
          <p:cNvPr id="208" name="Google Shape;208;p43"/>
          <p:cNvSpPr txBox="1">
            <a:spLocks noGrp="1"/>
          </p:cNvSpPr>
          <p:nvPr>
            <p:ph type="subTitle" idx="1"/>
          </p:nvPr>
        </p:nvSpPr>
        <p:spPr>
          <a:xfrm>
            <a:off x="3762670" y="3720650"/>
            <a:ext cx="3068700" cy="46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Why do we need Hypermedia in ASP.NET Web API?</a:t>
            </a:r>
          </a:p>
        </p:txBody>
      </p:sp>
      <p:cxnSp>
        <p:nvCxnSpPr>
          <p:cNvPr id="209" name="Google Shape;209;p43"/>
          <p:cNvCxnSpPr/>
          <p:nvPr/>
        </p:nvCxnSpPr>
        <p:spPr>
          <a:xfrm>
            <a:off x="3610750" y="3253297"/>
            <a:ext cx="0" cy="9999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42"/>
          <p:cNvSpPr txBox="1">
            <a:spLocks noGrp="1"/>
          </p:cNvSpPr>
          <p:nvPr>
            <p:ph type="subTitle" idx="1"/>
          </p:nvPr>
        </p:nvSpPr>
        <p:spPr>
          <a:xfrm>
            <a:off x="2481900" y="3945600"/>
            <a:ext cx="4180200" cy="46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—Jeffrey Pomerantz</a:t>
            </a:r>
            <a:endParaRPr dirty="0"/>
          </a:p>
        </p:txBody>
      </p:sp>
      <p:sp>
        <p:nvSpPr>
          <p:cNvPr id="201" name="Google Shape;201;p42"/>
          <p:cNvSpPr txBox="1">
            <a:spLocks noGrp="1"/>
          </p:cNvSpPr>
          <p:nvPr>
            <p:ph type="ctrTitle"/>
          </p:nvPr>
        </p:nvSpPr>
        <p:spPr>
          <a:xfrm>
            <a:off x="1850525" y="1157925"/>
            <a:ext cx="5442900" cy="2603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“Metadata is a map. Metadata is a means by which the complexity of an object is represented in a simpler form.”</a:t>
            </a:r>
            <a:endParaRPr sz="2800" dirty="0"/>
          </a:p>
        </p:txBody>
      </p:sp>
    </p:spTree>
    <p:extLst>
      <p:ext uri="{BB962C8B-B14F-4D97-AF65-F5344CB8AC3E}">
        <p14:creationId xmlns:p14="http://schemas.microsoft.com/office/powerpoint/2010/main" val="1419807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11" name="Picture 10" descr="Wooden library">
            <a:extLst>
              <a:ext uri="{FF2B5EF4-FFF2-40B4-BE49-F238E27FC236}">
                <a16:creationId xmlns:a16="http://schemas.microsoft.com/office/drawing/2014/main" id="{43E1D742-B7E5-0FAD-1FA7-2C14BABF1945}"/>
              </a:ext>
            </a:extLst>
          </p:cNvPr>
          <p:cNvPicPr>
            <a:picLocks noChangeAspect="1"/>
          </p:cNvPicPr>
          <p:nvPr/>
        </p:nvPicPr>
        <p:blipFill>
          <a:blip r:embed="rId3"/>
          <a:stretch>
            <a:fillRect/>
          </a:stretch>
        </p:blipFill>
        <p:spPr>
          <a:xfrm>
            <a:off x="0" y="0"/>
            <a:ext cx="9144000" cy="6096000"/>
          </a:xfrm>
          <a:prstGeom prst="rect">
            <a:avLst/>
          </a:prstGeom>
        </p:spPr>
      </p:pic>
      <p:sp>
        <p:nvSpPr>
          <p:cNvPr id="259" name="Google Shape;259;p47"/>
          <p:cNvSpPr txBox="1">
            <a:spLocks noGrp="1"/>
          </p:cNvSpPr>
          <p:nvPr>
            <p:ph type="title"/>
          </p:nvPr>
        </p:nvSpPr>
        <p:spPr>
          <a:xfrm>
            <a:off x="5308209" y="248614"/>
            <a:ext cx="3742006" cy="409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t>Metadata allows a library to be more than a room full of books</a:t>
            </a:r>
            <a:endParaRPr sz="2800" dirty="0"/>
          </a:p>
        </p:txBody>
      </p:sp>
      <p:cxnSp>
        <p:nvCxnSpPr>
          <p:cNvPr id="260" name="Google Shape;260;p47"/>
          <p:cNvCxnSpPr>
            <a:cxnSpLocks/>
          </p:cNvCxnSpPr>
          <p:nvPr/>
        </p:nvCxnSpPr>
        <p:spPr>
          <a:xfrm>
            <a:off x="5308209" y="226453"/>
            <a:ext cx="3596942"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B7034-959C-A564-9FE6-AA8A86764D28}"/>
              </a:ext>
            </a:extLst>
          </p:cNvPr>
          <p:cNvSpPr>
            <a:spLocks noGrp="1"/>
          </p:cNvSpPr>
          <p:nvPr>
            <p:ph type="title"/>
          </p:nvPr>
        </p:nvSpPr>
        <p:spPr/>
        <p:txBody>
          <a:bodyPr/>
          <a:lstStyle/>
          <a:p>
            <a:r>
              <a:rPr lang="en-US" dirty="0"/>
              <a:t>What Metadata really is!</a:t>
            </a:r>
          </a:p>
        </p:txBody>
      </p:sp>
      <p:sp>
        <p:nvSpPr>
          <p:cNvPr id="3" name="Google Shape;259;p47">
            <a:extLst>
              <a:ext uri="{FF2B5EF4-FFF2-40B4-BE49-F238E27FC236}">
                <a16:creationId xmlns:a16="http://schemas.microsoft.com/office/drawing/2014/main" id="{57CE298D-F0E4-DAE9-2BF2-69DDFD26AF4A}"/>
              </a:ext>
            </a:extLst>
          </p:cNvPr>
          <p:cNvSpPr txBox="1">
            <a:spLocks/>
          </p:cNvSpPr>
          <p:nvPr/>
        </p:nvSpPr>
        <p:spPr>
          <a:xfrm>
            <a:off x="1025911" y="2651082"/>
            <a:ext cx="7092178" cy="159728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3000"/>
              <a:buFont typeface="Montserrat ExtraBold"/>
              <a:buNone/>
              <a:defRPr sz="30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accent1"/>
              </a:buClr>
              <a:buSzPts val="4800"/>
              <a:buFont typeface="Montserrat"/>
              <a:buNone/>
              <a:defRPr sz="4800" b="0" i="0" u="none" strike="noStrike" cap="none">
                <a:solidFill>
                  <a:schemeClr val="accent1"/>
                </a:solidFill>
                <a:latin typeface="Montserrat"/>
                <a:ea typeface="Montserrat"/>
                <a:cs typeface="Montserrat"/>
                <a:sym typeface="Montserrat"/>
              </a:defRPr>
            </a:lvl2pPr>
            <a:lvl3pPr marR="0" lvl="2" algn="l" rtl="0">
              <a:lnSpc>
                <a:spcPct val="100000"/>
              </a:lnSpc>
              <a:spcBef>
                <a:spcPts val="0"/>
              </a:spcBef>
              <a:spcAft>
                <a:spcPts val="0"/>
              </a:spcAft>
              <a:buClr>
                <a:schemeClr val="accent1"/>
              </a:buClr>
              <a:buSzPts val="4800"/>
              <a:buFont typeface="Montserrat"/>
              <a:buNone/>
              <a:defRPr sz="4800" b="0" i="0" u="none" strike="noStrike" cap="none">
                <a:solidFill>
                  <a:schemeClr val="accent1"/>
                </a:solidFill>
                <a:latin typeface="Montserrat"/>
                <a:ea typeface="Montserrat"/>
                <a:cs typeface="Montserrat"/>
                <a:sym typeface="Montserrat"/>
              </a:defRPr>
            </a:lvl3pPr>
            <a:lvl4pPr marR="0" lvl="3" algn="l" rtl="0">
              <a:lnSpc>
                <a:spcPct val="100000"/>
              </a:lnSpc>
              <a:spcBef>
                <a:spcPts val="0"/>
              </a:spcBef>
              <a:spcAft>
                <a:spcPts val="0"/>
              </a:spcAft>
              <a:buClr>
                <a:schemeClr val="accent1"/>
              </a:buClr>
              <a:buSzPts val="4800"/>
              <a:buFont typeface="Montserrat"/>
              <a:buNone/>
              <a:defRPr sz="4800" b="0" i="0" u="none" strike="noStrike" cap="none">
                <a:solidFill>
                  <a:schemeClr val="accent1"/>
                </a:solidFill>
                <a:latin typeface="Montserrat"/>
                <a:ea typeface="Montserrat"/>
                <a:cs typeface="Montserrat"/>
                <a:sym typeface="Montserrat"/>
              </a:defRPr>
            </a:lvl4pPr>
            <a:lvl5pPr marR="0" lvl="4" algn="l" rtl="0">
              <a:lnSpc>
                <a:spcPct val="100000"/>
              </a:lnSpc>
              <a:spcBef>
                <a:spcPts val="0"/>
              </a:spcBef>
              <a:spcAft>
                <a:spcPts val="0"/>
              </a:spcAft>
              <a:buClr>
                <a:schemeClr val="accent1"/>
              </a:buClr>
              <a:buSzPts val="4800"/>
              <a:buFont typeface="Montserrat"/>
              <a:buNone/>
              <a:defRPr sz="4800" b="0" i="0" u="none" strike="noStrike" cap="none">
                <a:solidFill>
                  <a:schemeClr val="accent1"/>
                </a:solidFill>
                <a:latin typeface="Montserrat"/>
                <a:ea typeface="Montserrat"/>
                <a:cs typeface="Montserrat"/>
                <a:sym typeface="Montserrat"/>
              </a:defRPr>
            </a:lvl5pPr>
            <a:lvl6pPr marR="0" lvl="5" algn="l" rtl="0">
              <a:lnSpc>
                <a:spcPct val="100000"/>
              </a:lnSpc>
              <a:spcBef>
                <a:spcPts val="0"/>
              </a:spcBef>
              <a:spcAft>
                <a:spcPts val="0"/>
              </a:spcAft>
              <a:buClr>
                <a:schemeClr val="accent1"/>
              </a:buClr>
              <a:buSzPts val="4800"/>
              <a:buFont typeface="Montserrat"/>
              <a:buNone/>
              <a:defRPr sz="4800" b="0" i="0" u="none" strike="noStrike" cap="none">
                <a:solidFill>
                  <a:schemeClr val="accent1"/>
                </a:solidFill>
                <a:latin typeface="Montserrat"/>
                <a:ea typeface="Montserrat"/>
                <a:cs typeface="Montserrat"/>
                <a:sym typeface="Montserrat"/>
              </a:defRPr>
            </a:lvl6pPr>
            <a:lvl7pPr marR="0" lvl="6" algn="l" rtl="0">
              <a:lnSpc>
                <a:spcPct val="100000"/>
              </a:lnSpc>
              <a:spcBef>
                <a:spcPts val="0"/>
              </a:spcBef>
              <a:spcAft>
                <a:spcPts val="0"/>
              </a:spcAft>
              <a:buClr>
                <a:schemeClr val="accent1"/>
              </a:buClr>
              <a:buSzPts val="4800"/>
              <a:buFont typeface="Montserrat"/>
              <a:buNone/>
              <a:defRPr sz="4800" b="0" i="0" u="none" strike="noStrike" cap="none">
                <a:solidFill>
                  <a:schemeClr val="accent1"/>
                </a:solidFill>
                <a:latin typeface="Montserrat"/>
                <a:ea typeface="Montserrat"/>
                <a:cs typeface="Montserrat"/>
                <a:sym typeface="Montserrat"/>
              </a:defRPr>
            </a:lvl7pPr>
            <a:lvl8pPr marR="0" lvl="7" algn="l" rtl="0">
              <a:lnSpc>
                <a:spcPct val="100000"/>
              </a:lnSpc>
              <a:spcBef>
                <a:spcPts val="0"/>
              </a:spcBef>
              <a:spcAft>
                <a:spcPts val="0"/>
              </a:spcAft>
              <a:buClr>
                <a:schemeClr val="accent1"/>
              </a:buClr>
              <a:buSzPts val="4800"/>
              <a:buFont typeface="Montserrat"/>
              <a:buNone/>
              <a:defRPr sz="4800" b="0" i="0" u="none" strike="noStrike" cap="none">
                <a:solidFill>
                  <a:schemeClr val="accent1"/>
                </a:solidFill>
                <a:latin typeface="Montserrat"/>
                <a:ea typeface="Montserrat"/>
                <a:cs typeface="Montserrat"/>
                <a:sym typeface="Montserrat"/>
              </a:defRPr>
            </a:lvl8pPr>
            <a:lvl9pPr marR="0" lvl="8" algn="l" rtl="0">
              <a:lnSpc>
                <a:spcPct val="100000"/>
              </a:lnSpc>
              <a:spcBef>
                <a:spcPts val="0"/>
              </a:spcBef>
              <a:spcAft>
                <a:spcPts val="0"/>
              </a:spcAft>
              <a:buClr>
                <a:schemeClr val="accent1"/>
              </a:buClr>
              <a:buSzPts val="4800"/>
              <a:buFont typeface="Montserrat"/>
              <a:buNone/>
              <a:defRPr sz="4800" b="0" i="0" u="none" strike="noStrike" cap="none">
                <a:solidFill>
                  <a:schemeClr val="accent1"/>
                </a:solidFill>
                <a:latin typeface="Montserrat"/>
                <a:ea typeface="Montserrat"/>
                <a:cs typeface="Montserrat"/>
                <a:sym typeface="Montserrat"/>
              </a:defRPr>
            </a:lvl9pPr>
          </a:lstStyle>
          <a:p>
            <a:r>
              <a:rPr lang="en-US" sz="6000" dirty="0">
                <a:solidFill>
                  <a:schemeClr val="bg1"/>
                </a:solidFill>
              </a:rPr>
              <a:t>Data about Data</a:t>
            </a:r>
          </a:p>
        </p:txBody>
      </p:sp>
    </p:spTree>
    <p:extLst>
      <p:ext uri="{BB962C8B-B14F-4D97-AF65-F5344CB8AC3E}">
        <p14:creationId xmlns:p14="http://schemas.microsoft.com/office/powerpoint/2010/main" val="1668735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4"/>
          <p:cNvSpPr txBox="1">
            <a:spLocks noGrp="1"/>
          </p:cNvSpPr>
          <p:nvPr>
            <p:ph type="title"/>
          </p:nvPr>
        </p:nvSpPr>
        <p:spPr>
          <a:xfrm>
            <a:off x="938500" y="445025"/>
            <a:ext cx="4629300" cy="941400"/>
          </a:xfrm>
          <a:prstGeom prst="rect">
            <a:avLst/>
          </a:prstGeom>
          <a:ln>
            <a:solidFill>
              <a:schemeClr val="accent1"/>
            </a:solid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t>Example of Metadata for Hypermedia</a:t>
            </a:r>
            <a:endParaRPr dirty="0">
              <a:solidFill>
                <a:schemeClr val="accent1"/>
              </a:solidFill>
            </a:endParaRPr>
          </a:p>
        </p:txBody>
      </p:sp>
      <p:cxnSp>
        <p:nvCxnSpPr>
          <p:cNvPr id="216" name="Google Shape;216;p44"/>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3" name="Picture 2" descr="A group of people looking at a painting&#10;&#10;Description automatically generated">
            <a:extLst>
              <a:ext uri="{FF2B5EF4-FFF2-40B4-BE49-F238E27FC236}">
                <a16:creationId xmlns:a16="http://schemas.microsoft.com/office/drawing/2014/main" id="{9831F1A0-5E91-87E9-AF36-C565696BF098}"/>
              </a:ext>
            </a:extLst>
          </p:cNvPr>
          <p:cNvPicPr>
            <a:picLocks noChangeAspect="1"/>
          </p:cNvPicPr>
          <p:nvPr/>
        </p:nvPicPr>
        <p:blipFill>
          <a:blip r:embed="rId3"/>
          <a:stretch>
            <a:fillRect/>
          </a:stretch>
        </p:blipFill>
        <p:spPr>
          <a:xfrm>
            <a:off x="5715000" y="0"/>
            <a:ext cx="3429000" cy="5143500"/>
          </a:xfrm>
          <a:prstGeom prst="rect">
            <a:avLst/>
          </a:prstGeom>
        </p:spPr>
      </p:pic>
      <p:graphicFrame>
        <p:nvGraphicFramePr>
          <p:cNvPr id="6" name="Table 5">
            <a:extLst>
              <a:ext uri="{FF2B5EF4-FFF2-40B4-BE49-F238E27FC236}">
                <a16:creationId xmlns:a16="http://schemas.microsoft.com/office/drawing/2014/main" id="{C48D9DF9-A6D3-4963-446D-66A3A6F6A5A2}"/>
              </a:ext>
            </a:extLst>
          </p:cNvPr>
          <p:cNvGraphicFramePr>
            <a:graphicFrameLocks noGrp="1"/>
          </p:cNvGraphicFramePr>
          <p:nvPr>
            <p:extLst>
              <p:ext uri="{D42A27DB-BD31-4B8C-83A1-F6EECF244321}">
                <p14:modId xmlns:p14="http://schemas.microsoft.com/office/powerpoint/2010/main" val="3968184913"/>
              </p:ext>
            </p:extLst>
          </p:nvPr>
        </p:nvGraphicFramePr>
        <p:xfrm>
          <a:off x="938500" y="1644650"/>
          <a:ext cx="4629300" cy="1854200"/>
        </p:xfrm>
        <a:graphic>
          <a:graphicData uri="http://schemas.openxmlformats.org/drawingml/2006/table">
            <a:tbl>
              <a:tblPr firstRow="1" bandRow="1">
                <a:tableStyleId>{3C2FFA5D-87B4-456A-9821-1D502468CF0F}</a:tableStyleId>
              </a:tblPr>
              <a:tblGrid>
                <a:gridCol w="2314650">
                  <a:extLst>
                    <a:ext uri="{9D8B030D-6E8A-4147-A177-3AD203B41FA5}">
                      <a16:colId xmlns:a16="http://schemas.microsoft.com/office/drawing/2014/main" val="2079927725"/>
                    </a:ext>
                  </a:extLst>
                </a:gridCol>
                <a:gridCol w="2314650">
                  <a:extLst>
                    <a:ext uri="{9D8B030D-6E8A-4147-A177-3AD203B41FA5}">
                      <a16:colId xmlns:a16="http://schemas.microsoft.com/office/drawing/2014/main" val="2850889604"/>
                    </a:ext>
                  </a:extLst>
                </a:gridCol>
              </a:tblGrid>
              <a:tr h="370840">
                <a:tc>
                  <a:txBody>
                    <a:bodyPr/>
                    <a:lstStyle/>
                    <a:p>
                      <a:r>
                        <a:rPr lang="en-US" sz="1200" dirty="0">
                          <a:solidFill>
                            <a:schemeClr val="tx1"/>
                          </a:solidFill>
                        </a:rPr>
                        <a:t>Metadata Schema Controls</a:t>
                      </a:r>
                    </a:p>
                  </a:txBody>
                  <a:tcPr/>
                </a:tc>
                <a:tc>
                  <a:txBody>
                    <a:bodyPr/>
                    <a:lstStyle/>
                    <a:p>
                      <a:r>
                        <a:rPr lang="en-US" sz="1200" dirty="0">
                          <a:solidFill>
                            <a:schemeClr val="tx1"/>
                          </a:solidFill>
                        </a:rPr>
                        <a:t>Encoding Schema Controls</a:t>
                      </a:r>
                    </a:p>
                  </a:txBody>
                  <a:tcPr/>
                </a:tc>
                <a:extLst>
                  <a:ext uri="{0D108BD9-81ED-4DB2-BD59-A6C34878D82A}">
                    <a16:rowId xmlns:a16="http://schemas.microsoft.com/office/drawing/2014/main" val="351454164"/>
                  </a:ext>
                </a:extLst>
              </a:tr>
              <a:tr h="370840">
                <a:tc>
                  <a:txBody>
                    <a:bodyPr/>
                    <a:lstStyle/>
                    <a:p>
                      <a:r>
                        <a:rPr lang="en-US" sz="1200" dirty="0"/>
                        <a:t>Title:</a:t>
                      </a:r>
                    </a:p>
                  </a:txBody>
                  <a:tcPr/>
                </a:tc>
                <a:tc>
                  <a:txBody>
                    <a:bodyPr/>
                    <a:lstStyle/>
                    <a:p>
                      <a:r>
                        <a:rPr lang="en-US" sz="1200" dirty="0"/>
                        <a:t>Mona Lisa</a:t>
                      </a:r>
                    </a:p>
                  </a:txBody>
                  <a:tcPr/>
                </a:tc>
                <a:extLst>
                  <a:ext uri="{0D108BD9-81ED-4DB2-BD59-A6C34878D82A}">
                    <a16:rowId xmlns:a16="http://schemas.microsoft.com/office/drawing/2014/main" val="401755873"/>
                  </a:ext>
                </a:extLst>
              </a:tr>
              <a:tr h="370840">
                <a:tc>
                  <a:txBody>
                    <a:bodyPr/>
                    <a:lstStyle/>
                    <a:p>
                      <a:r>
                        <a:rPr lang="en-US" sz="1200" dirty="0"/>
                        <a:t>Creator:</a:t>
                      </a:r>
                    </a:p>
                  </a:txBody>
                  <a:tcPr/>
                </a:tc>
                <a:tc>
                  <a:txBody>
                    <a:bodyPr/>
                    <a:lstStyle/>
                    <a:p>
                      <a:r>
                        <a:rPr lang="en-US" sz="1200" dirty="0"/>
                        <a:t>Leonardo, da Vinci, 1452-1519</a:t>
                      </a:r>
                    </a:p>
                  </a:txBody>
                  <a:tcPr/>
                </a:tc>
                <a:extLst>
                  <a:ext uri="{0D108BD9-81ED-4DB2-BD59-A6C34878D82A}">
                    <a16:rowId xmlns:a16="http://schemas.microsoft.com/office/drawing/2014/main" val="3640327327"/>
                  </a:ext>
                </a:extLst>
              </a:tr>
              <a:tr h="370840">
                <a:tc>
                  <a:txBody>
                    <a:bodyPr/>
                    <a:lstStyle/>
                    <a:p>
                      <a:r>
                        <a:rPr lang="en-US" sz="1200" dirty="0"/>
                        <a:t>Date:</a:t>
                      </a:r>
                    </a:p>
                  </a:txBody>
                  <a:tcPr/>
                </a:tc>
                <a:tc>
                  <a:txBody>
                    <a:bodyPr/>
                    <a:lstStyle/>
                    <a:p>
                      <a:r>
                        <a:rPr lang="en-US" sz="1200" dirty="0"/>
                        <a:t>1503-1506</a:t>
                      </a:r>
                    </a:p>
                  </a:txBody>
                  <a:tcPr/>
                </a:tc>
                <a:extLst>
                  <a:ext uri="{0D108BD9-81ED-4DB2-BD59-A6C34878D82A}">
                    <a16:rowId xmlns:a16="http://schemas.microsoft.com/office/drawing/2014/main" val="2757940585"/>
                  </a:ext>
                </a:extLst>
              </a:tr>
              <a:tr h="370840">
                <a:tc>
                  <a:txBody>
                    <a:bodyPr/>
                    <a:lstStyle/>
                    <a:p>
                      <a:r>
                        <a:rPr lang="en-US" sz="1200" dirty="0"/>
                        <a:t>Format:</a:t>
                      </a:r>
                    </a:p>
                  </a:txBody>
                  <a:tcPr/>
                </a:tc>
                <a:tc>
                  <a:txBody>
                    <a:bodyPr/>
                    <a:lstStyle/>
                    <a:p>
                      <a:r>
                        <a:rPr lang="en-US" sz="1200" dirty="0"/>
                        <a:t>Poplar (wood)</a:t>
                      </a:r>
                    </a:p>
                  </a:txBody>
                  <a:tcPr/>
                </a:tc>
                <a:extLst>
                  <a:ext uri="{0D108BD9-81ED-4DB2-BD59-A6C34878D82A}">
                    <a16:rowId xmlns:a16="http://schemas.microsoft.com/office/drawing/2014/main" val="215592028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1E5F1-FC1D-10F2-FC78-936EAA9B4886}"/>
              </a:ext>
            </a:extLst>
          </p:cNvPr>
          <p:cNvSpPr>
            <a:spLocks noGrp="1"/>
          </p:cNvSpPr>
          <p:nvPr>
            <p:ph type="title"/>
          </p:nvPr>
        </p:nvSpPr>
        <p:spPr>
          <a:xfrm>
            <a:off x="938499" y="445025"/>
            <a:ext cx="6657711" cy="941400"/>
          </a:xfrm>
        </p:spPr>
        <p:txBody>
          <a:bodyPr/>
          <a:lstStyle/>
          <a:p>
            <a:r>
              <a:rPr lang="en-US" dirty="0"/>
              <a:t>You all have used Metadata for years!</a:t>
            </a:r>
          </a:p>
        </p:txBody>
      </p:sp>
      <p:sp>
        <p:nvSpPr>
          <p:cNvPr id="3" name="Text Placeholder 2">
            <a:extLst>
              <a:ext uri="{FF2B5EF4-FFF2-40B4-BE49-F238E27FC236}">
                <a16:creationId xmlns:a16="http://schemas.microsoft.com/office/drawing/2014/main" id="{70797D51-FCC5-DE95-BDD9-352E98644213}"/>
              </a:ext>
            </a:extLst>
          </p:cNvPr>
          <p:cNvSpPr>
            <a:spLocks noGrp="1"/>
          </p:cNvSpPr>
          <p:nvPr>
            <p:ph type="body" idx="1"/>
          </p:nvPr>
        </p:nvSpPr>
        <p:spPr>
          <a:xfrm>
            <a:off x="938500" y="1659274"/>
            <a:ext cx="6082308" cy="3153591"/>
          </a:xfrm>
        </p:spPr>
        <p:txBody>
          <a:bodyPr/>
          <a:lstStyle/>
          <a:p>
            <a:pPr marL="139700" indent="0">
              <a:buNone/>
            </a:pPr>
            <a:r>
              <a:rPr lang="en-US" sz="1800" b="1" dirty="0"/>
              <a:t>HyperText Markup Language</a:t>
            </a:r>
          </a:p>
          <a:p>
            <a:pPr marL="139700" indent="0">
              <a:buNone/>
            </a:pPr>
            <a:endParaRPr lang="en-US" sz="1600" dirty="0"/>
          </a:p>
          <a:p>
            <a:pPr marL="139700" indent="0">
              <a:buNone/>
            </a:pPr>
            <a:r>
              <a:rPr lang="en-US" sz="1600" dirty="0">
                <a:latin typeface="Consolas" panose="020B0609020204030204" pitchFamily="49" charset="0"/>
                <a:cs typeface="Consolas" panose="020B0609020204030204" pitchFamily="49" charset="0"/>
              </a:rPr>
              <a:t>&lt;a </a:t>
            </a:r>
            <a:r>
              <a:rPr lang="en-US" sz="1600" dirty="0" err="1">
                <a:latin typeface="Consolas" panose="020B0609020204030204" pitchFamily="49" charset="0"/>
                <a:cs typeface="Consolas" panose="020B0609020204030204" pitchFamily="49" charset="0"/>
              </a:rPr>
              <a:t>href</a:t>
            </a:r>
            <a:r>
              <a:rPr lang="en-US" sz="1600" dirty="0">
                <a:latin typeface="Consolas" panose="020B0609020204030204" pitchFamily="49" charset="0"/>
                <a:cs typeface="Consolas" panose="020B0609020204030204" pitchFamily="49" charset="0"/>
              </a:rPr>
              <a:t>=“/apple”&gt;Apple&lt;/a&gt;</a:t>
            </a:r>
          </a:p>
          <a:p>
            <a:pPr marL="139700" indent="0">
              <a:buNone/>
            </a:pPr>
            <a:r>
              <a:rPr lang="en-US" sz="1600" dirty="0">
                <a:latin typeface="Consolas" panose="020B0609020204030204" pitchFamily="49" charset="0"/>
                <a:cs typeface="Consolas" panose="020B0609020204030204" pitchFamily="49" charset="0"/>
              </a:rPr>
              <a:t>&lt;</a:t>
            </a:r>
            <a:r>
              <a:rPr lang="en-US" sz="1600" dirty="0" err="1">
                <a:latin typeface="Consolas" panose="020B0609020204030204" pitchFamily="49" charset="0"/>
                <a:cs typeface="Consolas" panose="020B0609020204030204" pitchFamily="49" charset="0"/>
              </a:rPr>
              <a:t>img</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src</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apple.png</a:t>
            </a:r>
            <a:r>
              <a:rPr lang="en-US" sz="1600" dirty="0">
                <a:latin typeface="Consolas" panose="020B0609020204030204" pitchFamily="49" charset="0"/>
                <a:cs typeface="Consolas" panose="020B0609020204030204" pitchFamily="49" charset="0"/>
              </a:rPr>
              <a:t>” alt=“Apple”&gt;</a:t>
            </a:r>
          </a:p>
          <a:p>
            <a:pPr marL="139700" indent="0">
              <a:buNone/>
            </a:pPr>
            <a:r>
              <a:rPr lang="en-US" sz="1600" dirty="0">
                <a:latin typeface="Consolas" panose="020B0609020204030204" pitchFamily="49" charset="0"/>
                <a:cs typeface="Consolas" panose="020B0609020204030204" pitchFamily="49" charset="0"/>
              </a:rPr>
              <a:t>&lt;video </a:t>
            </a:r>
            <a:r>
              <a:rPr lang="en-US" sz="1600" dirty="0" err="1">
                <a:latin typeface="Consolas" panose="020B0609020204030204" pitchFamily="49" charset="0"/>
                <a:cs typeface="Consolas" panose="020B0609020204030204" pitchFamily="49" charset="0"/>
              </a:rPr>
              <a:t>src</a:t>
            </a:r>
            <a:r>
              <a:rPr lang="en-US" sz="1600" dirty="0">
                <a:latin typeface="Consolas" panose="020B0609020204030204" pitchFamily="49" charset="0"/>
                <a:cs typeface="Consolas" panose="020B0609020204030204" pitchFamily="49" charset="0"/>
              </a:rPr>
              <a:t>=“apple.mp4”&gt;Apple&lt;/video&gt;</a:t>
            </a:r>
          </a:p>
          <a:p>
            <a:pPr marL="139700" indent="0">
              <a:buNone/>
            </a:pPr>
            <a:r>
              <a:rPr lang="en-US" sz="1600" dirty="0">
                <a:latin typeface="Consolas" panose="020B0609020204030204" pitchFamily="49" charset="0"/>
                <a:cs typeface="Consolas" panose="020B0609020204030204" pitchFamily="49" charset="0"/>
              </a:rPr>
              <a:t>&lt;form action=”/apple” method=“post” </a:t>
            </a:r>
            <a:r>
              <a:rPr lang="en-US" sz="1600" dirty="0" err="1">
                <a:latin typeface="Consolas" panose="020B0609020204030204" pitchFamily="49" charset="0"/>
                <a:cs typeface="Consolas" panose="020B0609020204030204" pitchFamily="49" charset="0"/>
              </a:rPr>
              <a:t>rel</a:t>
            </a:r>
            <a:r>
              <a:rPr lang="en-US" sz="1600" dirty="0">
                <a:latin typeface="Consolas" panose="020B0609020204030204" pitchFamily="49" charset="0"/>
                <a:cs typeface="Consolas" panose="020B0609020204030204" pitchFamily="49" charset="0"/>
              </a:rPr>
              <a:t>=“on”&gt;</a:t>
            </a:r>
          </a:p>
          <a:p>
            <a:pPr marL="139700" indent="0">
              <a:buNone/>
            </a:pPr>
            <a:r>
              <a:rPr lang="en-US" sz="1600" dirty="0">
                <a:latin typeface="Consolas" panose="020B0609020204030204" pitchFamily="49" charset="0"/>
                <a:cs typeface="Consolas" panose="020B0609020204030204" pitchFamily="49" charset="0"/>
              </a:rPr>
              <a:t>	&lt;button type=“submit”</a:t>
            </a:r>
          </a:p>
          <a:p>
            <a:pPr marL="139700" indent="0">
              <a:buNone/>
            </a:pPr>
            <a:r>
              <a:rPr lang="en-US" sz="1600" dirty="0">
                <a:latin typeface="Consolas" panose="020B0609020204030204" pitchFamily="49" charset="0"/>
                <a:cs typeface="Consolas" panose="020B0609020204030204" pitchFamily="49" charset="0"/>
              </a:rPr>
              <a:t>	        name=“state”</a:t>
            </a:r>
          </a:p>
          <a:p>
            <a:pPr marL="139700" indent="0">
              <a:buNone/>
            </a:pPr>
            <a:r>
              <a:rPr lang="en-US" sz="1600" dirty="0">
                <a:latin typeface="Consolas" panose="020B0609020204030204" pitchFamily="49" charset="0"/>
                <a:cs typeface="Consolas" panose="020B0609020204030204" pitchFamily="49" charset="0"/>
              </a:rPr>
              <a:t>	        value=“buy”&gt;Buy</a:t>
            </a:r>
          </a:p>
          <a:p>
            <a:pPr marL="139700" indent="0">
              <a:buNone/>
            </a:pPr>
            <a:r>
              <a:rPr lang="en-US" sz="1600" dirty="0">
                <a:latin typeface="Consolas" panose="020B0609020204030204" pitchFamily="49" charset="0"/>
                <a:cs typeface="Consolas" panose="020B0609020204030204" pitchFamily="49" charset="0"/>
              </a:rPr>
              <a:t>       &lt;/button&gt;</a:t>
            </a:r>
          </a:p>
          <a:p>
            <a:pPr marL="139700" indent="0">
              <a:buNone/>
            </a:pPr>
            <a:r>
              <a:rPr lang="en-US" sz="1600" dirty="0">
                <a:latin typeface="Consolas" panose="020B0609020204030204" pitchFamily="49" charset="0"/>
                <a:cs typeface="Consolas" panose="020B0609020204030204" pitchFamily="49" charset="0"/>
              </a:rPr>
              <a:t>&lt;/form&gt;</a:t>
            </a:r>
          </a:p>
        </p:txBody>
      </p:sp>
    </p:spTree>
    <p:extLst>
      <p:ext uri="{BB962C8B-B14F-4D97-AF65-F5344CB8AC3E}">
        <p14:creationId xmlns:p14="http://schemas.microsoft.com/office/powerpoint/2010/main" val="1388781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3762670" y="3177750"/>
            <a:ext cx="3068700" cy="59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DEEP-DIVE</a:t>
            </a:r>
            <a:endParaRPr dirty="0"/>
          </a:p>
        </p:txBody>
      </p:sp>
      <p:sp>
        <p:nvSpPr>
          <p:cNvPr id="207" name="Google Shape;207;p43"/>
          <p:cNvSpPr txBox="1">
            <a:spLocks noGrp="1"/>
          </p:cNvSpPr>
          <p:nvPr>
            <p:ph type="title" idx="2"/>
          </p:nvPr>
        </p:nvSpPr>
        <p:spPr>
          <a:xfrm>
            <a:off x="1048270" y="3287500"/>
            <a:ext cx="2412900" cy="931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02</a:t>
            </a:r>
            <a:endParaRPr dirty="0"/>
          </a:p>
        </p:txBody>
      </p:sp>
      <p:sp>
        <p:nvSpPr>
          <p:cNvPr id="208" name="Google Shape;208;p43"/>
          <p:cNvSpPr txBox="1">
            <a:spLocks noGrp="1"/>
          </p:cNvSpPr>
          <p:nvPr>
            <p:ph type="subTitle" idx="1"/>
          </p:nvPr>
        </p:nvSpPr>
        <p:spPr>
          <a:xfrm>
            <a:off x="3762670" y="3720650"/>
            <a:ext cx="3068700" cy="464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dirty="0"/>
              <a:t>Let’s look at REST and why Hypermedia is so important</a:t>
            </a:r>
          </a:p>
        </p:txBody>
      </p:sp>
      <p:cxnSp>
        <p:nvCxnSpPr>
          <p:cNvPr id="209" name="Google Shape;209;p43"/>
          <p:cNvCxnSpPr/>
          <p:nvPr/>
        </p:nvCxnSpPr>
        <p:spPr>
          <a:xfrm>
            <a:off x="3610750" y="3253297"/>
            <a:ext cx="0" cy="9999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251075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660A7C-1825-A9D9-B95A-64116EDF142C}"/>
              </a:ext>
            </a:extLst>
          </p:cNvPr>
          <p:cNvSpPr>
            <a:spLocks noGrp="1"/>
          </p:cNvSpPr>
          <p:nvPr>
            <p:ph type="title"/>
          </p:nvPr>
        </p:nvSpPr>
        <p:spPr/>
        <p:txBody>
          <a:bodyPr/>
          <a:lstStyle/>
          <a:p>
            <a:r>
              <a:rPr lang="en-US" sz="3200" dirty="0"/>
              <a:t>HATEOAS</a:t>
            </a:r>
            <a:endParaRPr lang="en-US" dirty="0"/>
          </a:p>
        </p:txBody>
      </p:sp>
      <p:sp>
        <p:nvSpPr>
          <p:cNvPr id="6" name="Text Placeholder 5">
            <a:extLst>
              <a:ext uri="{FF2B5EF4-FFF2-40B4-BE49-F238E27FC236}">
                <a16:creationId xmlns:a16="http://schemas.microsoft.com/office/drawing/2014/main" id="{78B1F497-1D2C-94ED-0643-C53B46CF0E68}"/>
              </a:ext>
            </a:extLst>
          </p:cNvPr>
          <p:cNvSpPr>
            <a:spLocks noGrp="1"/>
          </p:cNvSpPr>
          <p:nvPr>
            <p:ph type="body" idx="1"/>
          </p:nvPr>
        </p:nvSpPr>
        <p:spPr>
          <a:xfrm>
            <a:off x="938500" y="1025655"/>
            <a:ext cx="3370113" cy="1546095"/>
          </a:xfrm>
        </p:spPr>
        <p:txBody>
          <a:bodyPr/>
          <a:lstStyle/>
          <a:p>
            <a:pPr marL="139700" indent="0">
              <a:buNone/>
            </a:pPr>
            <a:r>
              <a:rPr lang="en-US" sz="1600" dirty="0"/>
              <a:t>Hypermedia as the engine of application state</a:t>
            </a:r>
          </a:p>
        </p:txBody>
      </p:sp>
      <p:graphicFrame>
        <p:nvGraphicFramePr>
          <p:cNvPr id="7" name="Diagram 6">
            <a:extLst>
              <a:ext uri="{FF2B5EF4-FFF2-40B4-BE49-F238E27FC236}">
                <a16:creationId xmlns:a16="http://schemas.microsoft.com/office/drawing/2014/main" id="{D166AF8A-06B5-6896-9CF7-FABC478352A2}"/>
              </a:ext>
            </a:extLst>
          </p:cNvPr>
          <p:cNvGraphicFramePr/>
          <p:nvPr>
            <p:extLst>
              <p:ext uri="{D42A27DB-BD31-4B8C-83A1-F6EECF244321}">
                <p14:modId xmlns:p14="http://schemas.microsoft.com/office/powerpoint/2010/main" val="3404357361"/>
              </p:ext>
            </p:extLst>
          </p:nvPr>
        </p:nvGraphicFramePr>
        <p:xfrm>
          <a:off x="2701787" y="972103"/>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477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42"/>
          <p:cNvSpPr txBox="1">
            <a:spLocks noGrp="1"/>
          </p:cNvSpPr>
          <p:nvPr>
            <p:ph type="subTitle" idx="1"/>
          </p:nvPr>
        </p:nvSpPr>
        <p:spPr>
          <a:xfrm>
            <a:off x="2481900" y="3945600"/>
            <a:ext cx="4180200" cy="46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—Roy Fielding</a:t>
            </a:r>
            <a:endParaRPr dirty="0"/>
          </a:p>
        </p:txBody>
      </p:sp>
      <p:sp>
        <p:nvSpPr>
          <p:cNvPr id="201" name="Google Shape;201;p42"/>
          <p:cNvSpPr txBox="1">
            <a:spLocks noGrp="1"/>
          </p:cNvSpPr>
          <p:nvPr>
            <p:ph type="ctrTitle"/>
          </p:nvPr>
        </p:nvSpPr>
        <p:spPr>
          <a:xfrm>
            <a:off x="1850525" y="1157925"/>
            <a:ext cx="5442900" cy="2603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000" dirty="0"/>
              <a:t>“</a:t>
            </a:r>
            <a:r>
              <a:rPr lang="en-US" sz="2000" dirty="0"/>
              <a:t>Hypermedia is a constraint. As in, you either do it or you aren’t doing REST. You can’t have evolvability if clients have their controls baked into their design at deployment. Controls have to be learned on the fly. That’s what hypermedia enables.</a:t>
            </a:r>
            <a:r>
              <a:rPr lang="en" sz="2000" dirty="0"/>
              <a:t>”</a:t>
            </a:r>
            <a:endParaRPr sz="2000" dirty="0"/>
          </a:p>
        </p:txBody>
      </p:sp>
    </p:spTree>
    <p:extLst>
      <p:ext uri="{BB962C8B-B14F-4D97-AF65-F5344CB8AC3E}">
        <p14:creationId xmlns:p14="http://schemas.microsoft.com/office/powerpoint/2010/main" val="3974278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4"/>
          <p:cNvSpPr txBox="1">
            <a:spLocks noGrp="1"/>
          </p:cNvSpPr>
          <p:nvPr>
            <p:ph type="title"/>
          </p:nvPr>
        </p:nvSpPr>
        <p:spPr>
          <a:xfrm>
            <a:off x="938500" y="445025"/>
            <a:ext cx="4629300"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Let’s look at APIs Results</a:t>
            </a:r>
            <a:endParaRPr dirty="0">
              <a:solidFill>
                <a:schemeClr val="accent1"/>
              </a:solidFill>
            </a:endParaRPr>
          </a:p>
        </p:txBody>
      </p:sp>
      <p:sp>
        <p:nvSpPr>
          <p:cNvPr id="215" name="Google Shape;215;p44"/>
          <p:cNvSpPr txBox="1">
            <a:spLocks noGrp="1"/>
          </p:cNvSpPr>
          <p:nvPr>
            <p:ph type="body" idx="1"/>
          </p:nvPr>
        </p:nvSpPr>
        <p:spPr>
          <a:xfrm>
            <a:off x="326350" y="1417427"/>
            <a:ext cx="4467555" cy="145923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Customer record</a:t>
            </a:r>
            <a:br>
              <a:rPr lang="en-US" sz="1000" dirty="0">
                <a:solidFill>
                  <a:schemeClr val="bg1"/>
                </a:solidFill>
                <a:latin typeface="Consolas" panose="020B0609020204030204" pitchFamily="49" charset="0"/>
                <a:cs typeface="Consolas" panose="020B0609020204030204" pitchFamily="49" charset="0"/>
              </a:rPr>
            </a:br>
            <a:r>
              <a:rPr lang="en-US" sz="1000" b="0" i="0" dirty="0">
                <a:solidFill>
                  <a:schemeClr val="bg1"/>
                </a:solidFill>
                <a:effectLst/>
                <a:latin typeface="Consolas" panose="020B0609020204030204" pitchFamily="49" charset="0"/>
                <a:cs typeface="Consolas" panose="020B0609020204030204" pitchFamily="49" charset="0"/>
              </a:rPr>
              <a:t>// URL template: http://company-x.com/customers/{customer-id}</a:t>
            </a:r>
            <a:br>
              <a:rPr lang="en-US" sz="1000" dirty="0">
                <a:solidFill>
                  <a:schemeClr val="bg1"/>
                </a:solidFill>
                <a:latin typeface="Consolas" panose="020B0609020204030204" pitchFamily="49" charset="0"/>
                <a:cs typeface="Consolas" panose="020B0609020204030204" pitchFamily="49" charset="0"/>
              </a:rPr>
            </a:br>
            <a:r>
              <a:rPr lang="en-US" sz="1000" b="0" i="0" dirty="0">
                <a:solidFill>
                  <a:schemeClr val="bg1"/>
                </a:solidFill>
                <a:effectLst/>
                <a:latin typeface="Consolas" panose="020B0609020204030204" pitchFamily="49" charset="0"/>
                <a:cs typeface="Consolas" panose="020B0609020204030204" pitchFamily="49" charset="0"/>
              </a:rPr>
              <a:t>{</a:t>
            </a:r>
            <a:br>
              <a:rPr lang="en-US" sz="1000" dirty="0">
                <a:solidFill>
                  <a:schemeClr val="bg1"/>
                </a:solidFill>
                <a:latin typeface="Consolas" panose="020B0609020204030204" pitchFamily="49" charset="0"/>
                <a:cs typeface="Consolas" panose="020B0609020204030204" pitchFamily="49" charset="0"/>
              </a:rPr>
            </a:br>
            <a:r>
              <a:rPr lang="en-US" sz="1000" b="0" i="0" dirty="0">
                <a:solidFill>
                  <a:schemeClr val="bg1"/>
                </a:solidFill>
                <a:effectLst/>
                <a:latin typeface="Consolas" panose="020B0609020204030204" pitchFamily="49" charset="0"/>
                <a:cs typeface="Consolas" panose="020B0609020204030204" pitchFamily="49" charset="0"/>
              </a:rPr>
              <a:t>  ID: 6755,</a:t>
            </a:r>
            <a:br>
              <a:rPr lang="en-US" sz="1000" dirty="0">
                <a:solidFill>
                  <a:schemeClr val="bg1"/>
                </a:solidFill>
                <a:latin typeface="Consolas" panose="020B0609020204030204" pitchFamily="49" charset="0"/>
                <a:cs typeface="Consolas" panose="020B0609020204030204" pitchFamily="49" charset="0"/>
              </a:rPr>
            </a:br>
            <a:r>
              <a:rPr lang="en-US" sz="1000" b="0" i="0" dirty="0">
                <a:solidFill>
                  <a:schemeClr val="bg1"/>
                </a:solidFill>
                <a:effectLst/>
                <a:latin typeface="Consolas" panose="020B0609020204030204" pitchFamily="49" charset="0"/>
                <a:cs typeface="Consolas" panose="020B0609020204030204" pitchFamily="49" charset="0"/>
              </a:rPr>
              <a:t>  Name: ”Chris Woodruff",</a:t>
            </a:r>
            <a:br>
              <a:rPr lang="en-US" sz="1000" dirty="0">
                <a:solidFill>
                  <a:schemeClr val="bg1"/>
                </a:solidFill>
                <a:latin typeface="Consolas" panose="020B0609020204030204" pitchFamily="49" charset="0"/>
                <a:cs typeface="Consolas" panose="020B0609020204030204" pitchFamily="49" charset="0"/>
              </a:rPr>
            </a:br>
            <a:r>
              <a:rPr lang="en-US" sz="1000" b="0" i="0" dirty="0">
                <a:solidFill>
                  <a:schemeClr val="bg1"/>
                </a:solidFill>
                <a:effectLst/>
                <a:latin typeface="Consolas" panose="020B0609020204030204" pitchFamily="49" charset="0"/>
                <a:cs typeface="Consolas" panose="020B0609020204030204" pitchFamily="49" charset="0"/>
              </a:rPr>
              <a:t>  Address: ”4268 Del Mar </a:t>
            </a:r>
            <a:r>
              <a:rPr lang="en-US" sz="1000" dirty="0">
                <a:solidFill>
                  <a:schemeClr val="bg1"/>
                </a:solidFill>
                <a:latin typeface="Consolas" panose="020B0609020204030204" pitchFamily="49" charset="0"/>
                <a:cs typeface="Consolas" panose="020B0609020204030204" pitchFamily="49" charset="0"/>
              </a:rPr>
              <a:t>D</a:t>
            </a:r>
            <a:r>
              <a:rPr lang="en-US" sz="1000" b="0" i="0" dirty="0">
                <a:solidFill>
                  <a:schemeClr val="bg1"/>
                </a:solidFill>
                <a:effectLst/>
                <a:latin typeface="Consolas" panose="020B0609020204030204" pitchFamily="49" charset="0"/>
                <a:cs typeface="Consolas" panose="020B0609020204030204" pitchFamily="49" charset="0"/>
              </a:rPr>
              <a:t>r SW, Wyoming, MI 49418",</a:t>
            </a:r>
            <a:br>
              <a:rPr lang="en-US" sz="1000" dirty="0">
                <a:solidFill>
                  <a:schemeClr val="bg1"/>
                </a:solidFill>
                <a:latin typeface="Consolas" panose="020B0609020204030204" pitchFamily="49" charset="0"/>
                <a:cs typeface="Consolas" panose="020B0609020204030204" pitchFamily="49" charset="0"/>
              </a:rPr>
            </a:br>
            <a:r>
              <a:rPr lang="en-US" sz="1000" b="0" i="0" dirty="0">
                <a:solidFill>
                  <a:schemeClr val="bg1"/>
                </a:solidFill>
                <a:effectLst/>
                <a:latin typeface="Consolas" panose="020B0609020204030204" pitchFamily="49" charset="0"/>
                <a:cs typeface="Consolas" panose="020B0609020204030204" pitchFamily="49" charset="0"/>
              </a:rPr>
              <a:t>}</a:t>
            </a:r>
            <a:endParaRPr lang="en-US" sz="1000" dirty="0">
              <a:solidFill>
                <a:schemeClr val="bg1"/>
              </a:solidFill>
              <a:latin typeface="Consolas" panose="020B0609020204030204" pitchFamily="49" charset="0"/>
              <a:cs typeface="Consolas" panose="020B0609020204030204" pitchFamily="49" charset="0"/>
            </a:endParaRPr>
          </a:p>
        </p:txBody>
      </p:sp>
      <p:cxnSp>
        <p:nvCxnSpPr>
          <p:cNvPr id="216" name="Google Shape;216;p44"/>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2" name="Google Shape;215;p44"/>
          <p:cNvSpPr txBox="1">
            <a:spLocks/>
          </p:cNvSpPr>
          <p:nvPr/>
        </p:nvSpPr>
        <p:spPr>
          <a:xfrm>
            <a:off x="1816793" y="2615760"/>
            <a:ext cx="4540777" cy="32472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1pPr>
            <a:lvl2pPr marL="914400" marR="0" lvl="1" indent="-317500" algn="l" rtl="0">
              <a:lnSpc>
                <a:spcPct val="100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pPr marL="0" indent="0">
              <a:buFont typeface="Montserrat"/>
              <a:buNone/>
            </a:pPr>
            <a:r>
              <a:rPr lang="en-US" sz="1000" dirty="0">
                <a:solidFill>
                  <a:schemeClr val="bg1"/>
                </a:solidFill>
                <a:latin typeface="Consolas" panose="020B0609020204030204" pitchFamily="49" charset="0"/>
                <a:cs typeface="Consolas" panose="020B0609020204030204" pitchFamily="49" charset="0"/>
              </a:rPr>
              <a:t>// Customer record</a:t>
            </a:r>
          </a:p>
          <a:p>
            <a:pPr marL="0" indent="0">
              <a:buFont typeface="Montserrat"/>
              <a:buNone/>
            </a:pPr>
            <a:r>
              <a:rPr lang="en-US" sz="1000" dirty="0">
                <a:solidFill>
                  <a:schemeClr val="bg1"/>
                </a:solidFill>
                <a:latin typeface="Consolas" panose="020B0609020204030204" pitchFamily="49" charset="0"/>
                <a:cs typeface="Consolas" panose="020B0609020204030204" pitchFamily="49" charset="0"/>
              </a:rPr>
              <a:t>// URL template: http://company-x.com/customers/{customer-id}</a:t>
            </a:r>
          </a:p>
          <a:p>
            <a:pPr marL="0" indent="0">
              <a:buFont typeface="Montserrat"/>
              <a:buNone/>
            </a:pPr>
            <a:r>
              <a:rPr lang="en-US" sz="1000" dirty="0">
                <a:solidFill>
                  <a:schemeClr val="bg1"/>
                </a:solidFill>
                <a:latin typeface="Consolas" panose="020B0609020204030204" pitchFamily="49" charset="0"/>
                <a:cs typeface="Consolas" panose="020B0609020204030204" pitchFamily="49" charset="0"/>
              </a:rPr>
              <a:t>{</a:t>
            </a:r>
          </a:p>
          <a:p>
            <a:pPr marL="0" indent="0">
              <a:buFont typeface="Montserrat"/>
              <a:buNone/>
            </a:pPr>
            <a:r>
              <a:rPr lang="en-US" sz="1000" dirty="0">
                <a:solidFill>
                  <a:schemeClr val="bg1"/>
                </a:solidFill>
                <a:latin typeface="Consolas" panose="020B0609020204030204" pitchFamily="49" charset="0"/>
                <a:cs typeface="Consolas" panose="020B0609020204030204" pitchFamily="49" charset="0"/>
              </a:rPr>
              <a:t> ID: 6755,</a:t>
            </a:r>
            <a:br>
              <a:rPr lang="en-US" sz="1000" dirty="0">
                <a:solidFill>
                  <a:schemeClr val="bg1"/>
                </a:solidFill>
                <a:latin typeface="Consolas" panose="020B0609020204030204" pitchFamily="49" charset="0"/>
                <a:cs typeface="Consolas" panose="020B0609020204030204" pitchFamily="49" charset="0"/>
              </a:rPr>
            </a:br>
            <a:r>
              <a:rPr lang="en-US" sz="1000" dirty="0">
                <a:solidFill>
                  <a:schemeClr val="bg1"/>
                </a:solidFill>
                <a:latin typeface="Consolas" panose="020B0609020204030204" pitchFamily="49" charset="0"/>
                <a:cs typeface="Consolas" panose="020B0609020204030204" pitchFamily="49" charset="0"/>
              </a:rPr>
              <a:t>  Name: ”Chris Woodruff",</a:t>
            </a:r>
            <a:br>
              <a:rPr lang="en-US" sz="1000" dirty="0">
                <a:solidFill>
                  <a:schemeClr val="bg1"/>
                </a:solidFill>
                <a:latin typeface="Consolas" panose="020B0609020204030204" pitchFamily="49" charset="0"/>
                <a:cs typeface="Consolas" panose="020B0609020204030204" pitchFamily="49" charset="0"/>
              </a:rPr>
            </a:br>
            <a:r>
              <a:rPr lang="en-US" sz="1000" dirty="0">
                <a:solidFill>
                  <a:schemeClr val="bg1"/>
                </a:solidFill>
                <a:latin typeface="Consolas" panose="020B0609020204030204" pitchFamily="49" charset="0"/>
                <a:cs typeface="Consolas" panose="020B0609020204030204" pitchFamily="49" charset="0"/>
              </a:rPr>
              <a:t>  Address: ”4268 Del Mar Dr SW, Wyoming, MI 49418",</a:t>
            </a:r>
          </a:p>
          <a:p>
            <a:pPr marL="0" indent="0">
              <a:buFont typeface="Montserrat"/>
              <a:buNone/>
            </a:pPr>
            <a:r>
              <a:rPr lang="en-US" sz="1000" dirty="0">
                <a:solidFill>
                  <a:schemeClr val="bg1"/>
                </a:solidFill>
                <a:latin typeface="Consolas" panose="020B0609020204030204" pitchFamily="49" charset="0"/>
                <a:cs typeface="Consolas" panose="020B0609020204030204" pitchFamily="49" charset="0"/>
              </a:rPr>
              <a:t>  _links:</a:t>
            </a:r>
          </a:p>
          <a:p>
            <a:pPr marL="0" indent="0">
              <a:buFont typeface="Montserrat"/>
              <a:buNone/>
            </a:pPr>
            <a:r>
              <a:rPr lang="en-US" sz="1000" dirty="0">
                <a:solidFill>
                  <a:schemeClr val="bg1"/>
                </a:solidFill>
                <a:latin typeface="Consolas" panose="020B0609020204030204" pitchFamily="49" charset="0"/>
                <a:cs typeface="Consolas" panose="020B0609020204030204" pitchFamily="49" charset="0"/>
              </a:rPr>
              <a:t>  [</a:t>
            </a:r>
          </a:p>
          <a:p>
            <a:pPr marL="0" indent="0">
              <a:buFont typeface="Montserrat"/>
              <a:buNone/>
            </a:pPr>
            <a:r>
              <a:rPr lang="en-US" sz="1000" dirty="0">
                <a:solidFill>
                  <a:schemeClr val="bg1"/>
                </a:solidFill>
                <a:latin typeface="Consolas" panose="020B0609020204030204" pitchFamily="49" charset="0"/>
                <a:cs typeface="Consolas" panose="020B0609020204030204" pitchFamily="49" charset="0"/>
              </a:rPr>
              <a:t>    {</a:t>
            </a:r>
          </a:p>
          <a:p>
            <a:pPr marL="0" indent="0">
              <a:buFont typeface="Montserrat"/>
              <a:buNone/>
            </a:pPr>
            <a:r>
              <a:rPr lang="en-US" sz="1000" dirty="0">
                <a:solidFill>
                  <a:schemeClr val="bg1"/>
                </a:solidFill>
                <a:latin typeface="Consolas" panose="020B0609020204030204" pitchFamily="49" charset="0"/>
                <a:cs typeface="Consolas" panose="020B0609020204030204" pitchFamily="49" charset="0"/>
              </a:rPr>
              <a:t>      </a:t>
            </a:r>
            <a:r>
              <a:rPr lang="en-US" sz="1000" dirty="0" err="1">
                <a:solidFill>
                  <a:schemeClr val="bg1"/>
                </a:solidFill>
                <a:latin typeface="Consolas" panose="020B0609020204030204" pitchFamily="49" charset="0"/>
                <a:cs typeface="Consolas" panose="020B0609020204030204" pitchFamily="49" charset="0"/>
              </a:rPr>
              <a:t>href</a:t>
            </a:r>
            <a:r>
              <a:rPr lang="en-US" sz="1000" dirty="0">
                <a:solidFill>
                  <a:schemeClr val="bg1"/>
                </a:solidFill>
                <a:latin typeface="Consolas" panose="020B0609020204030204" pitchFamily="49" charset="0"/>
                <a:cs typeface="Consolas" panose="020B0609020204030204" pitchFamily="49" charset="0"/>
              </a:rPr>
              <a:t>: " http://company-x.com/customers/6755",</a:t>
            </a:r>
          </a:p>
          <a:p>
            <a:pPr marL="0" indent="0">
              <a:buFont typeface="Montserrat"/>
              <a:buNone/>
            </a:pPr>
            <a:r>
              <a:rPr lang="en-US" sz="1000" dirty="0">
                <a:solidFill>
                  <a:schemeClr val="bg1"/>
                </a:solidFill>
                <a:latin typeface="Consolas" panose="020B0609020204030204" pitchFamily="49" charset="0"/>
                <a:cs typeface="Consolas" panose="020B0609020204030204" pitchFamily="49" charset="0"/>
              </a:rPr>
              <a:t>      title = "Sales orders"</a:t>
            </a:r>
          </a:p>
          <a:p>
            <a:pPr marL="0" indent="0">
              <a:buFont typeface="Montserrat"/>
              <a:buNone/>
            </a:pPr>
            <a:r>
              <a:rPr lang="en-US" sz="1000" dirty="0">
                <a:solidFill>
                  <a:schemeClr val="bg1"/>
                </a:solidFill>
                <a:latin typeface="Consolas" panose="020B0609020204030204" pitchFamily="49" charset="0"/>
                <a:cs typeface="Consolas" panose="020B0609020204030204" pitchFamily="49" charset="0"/>
              </a:rPr>
              <a:t>    }</a:t>
            </a:r>
          </a:p>
          <a:p>
            <a:pPr marL="0" indent="0">
              <a:buFont typeface="Montserrat"/>
              <a:buNone/>
            </a:pPr>
            <a:r>
              <a:rPr lang="en-US" sz="1000" dirty="0">
                <a:solidFill>
                  <a:schemeClr val="bg1"/>
                </a:solidFill>
                <a:latin typeface="Consolas" panose="020B0609020204030204" pitchFamily="49" charset="0"/>
                <a:cs typeface="Consolas" panose="020B0609020204030204" pitchFamily="49" charset="0"/>
              </a:rPr>
              <a:t>  ]</a:t>
            </a:r>
          </a:p>
          <a:p>
            <a:pPr marL="0" indent="0">
              <a:buFont typeface="Montserrat"/>
              <a:buNone/>
            </a:pPr>
            <a:r>
              <a:rPr lang="en-US" sz="1000" dirty="0">
                <a:solidFill>
                  <a:schemeClr val="bg1"/>
                </a:solidFill>
                <a:latin typeface="Consolas" panose="020B0609020204030204" pitchFamily="49" charset="0"/>
                <a:cs typeface="Consolas" panose="020B0609020204030204"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4"/>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Let’s look at </a:t>
            </a:r>
            <a:br>
              <a:rPr lang="en" dirty="0"/>
            </a:br>
            <a:r>
              <a:rPr lang="en" dirty="0"/>
              <a:t>APIs Results</a:t>
            </a:r>
            <a:endParaRPr dirty="0">
              <a:solidFill>
                <a:schemeClr val="accent1"/>
              </a:solidFill>
            </a:endParaRPr>
          </a:p>
        </p:txBody>
      </p:sp>
      <p:cxnSp>
        <p:nvCxnSpPr>
          <p:cNvPr id="216" name="Google Shape;216;p44"/>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4" name="Text Placeholder 3">
            <a:extLst>
              <a:ext uri="{FF2B5EF4-FFF2-40B4-BE49-F238E27FC236}">
                <a16:creationId xmlns:a16="http://schemas.microsoft.com/office/drawing/2014/main" id="{22340A17-19C0-CCD5-3441-D2B52CE58C2E}"/>
              </a:ext>
            </a:extLst>
          </p:cNvPr>
          <p:cNvSpPr>
            <a:spLocks noGrp="1"/>
          </p:cNvSpPr>
          <p:nvPr>
            <p:ph type="body" idx="1"/>
          </p:nvPr>
        </p:nvSpPr>
        <p:spPr>
          <a:xfrm>
            <a:off x="209643" y="1659275"/>
            <a:ext cx="3915757" cy="2760900"/>
          </a:xfrm>
        </p:spPr>
        <p:txBody>
          <a:bodyPr/>
          <a:lstStyle/>
          <a:p>
            <a:pPr marL="139700" indent="0">
              <a:buNone/>
            </a:pPr>
            <a:r>
              <a:rPr lang="en-US" sz="1000" dirty="0">
                <a:latin typeface="Consolas" panose="020B0609020204030204" pitchFamily="49" charset="0"/>
              </a:rPr>
              <a:t>// List of sales order</a:t>
            </a:r>
            <a:br>
              <a:rPr lang="en-US" sz="1000" dirty="0">
                <a:latin typeface="Consolas" panose="020B0609020204030204" pitchFamily="49" charset="0"/>
              </a:rPr>
            </a:br>
            <a:r>
              <a:rPr lang="en-US" sz="1000" dirty="0">
                <a:latin typeface="Consolas" panose="020B0609020204030204" pitchFamily="49" charset="0"/>
              </a:rPr>
              <a:t>// URL template: http://company-x.com/customers/{customer-id}/sales-orders</a:t>
            </a:r>
            <a:br>
              <a:rPr lang="en-US" sz="1000" dirty="0">
                <a:latin typeface="Consolas" panose="020B0609020204030204" pitchFamily="49" charset="0"/>
              </a:rPr>
            </a:br>
            <a:r>
              <a:rPr lang="en-US" sz="1000" dirty="0">
                <a:latin typeface="Consolas" panose="020B0609020204030204" pitchFamily="49" charset="0"/>
              </a:rPr>
              <a:t>{</a:t>
            </a:r>
            <a:br>
              <a:rPr lang="en-US" sz="1000" dirty="0">
                <a:latin typeface="Consolas" panose="020B0609020204030204" pitchFamily="49" charset="0"/>
              </a:rPr>
            </a:br>
            <a:r>
              <a:rPr lang="en-US" sz="1000" dirty="0">
                <a:latin typeface="Consolas" panose="020B0609020204030204" pitchFamily="49" charset="0"/>
              </a:rPr>
              <a:t>  </a:t>
            </a:r>
            <a:r>
              <a:rPr lang="en-US" sz="1000" dirty="0" err="1">
                <a:latin typeface="Consolas" panose="020B0609020204030204" pitchFamily="49" charset="0"/>
              </a:rPr>
              <a:t>CustomerId</a:t>
            </a:r>
            <a:r>
              <a:rPr lang="en-US" sz="1000" dirty="0">
                <a:latin typeface="Consolas" panose="020B0609020204030204" pitchFamily="49" charset="0"/>
              </a:rPr>
              <a:t>: 6755,</a:t>
            </a:r>
            <a:br>
              <a:rPr lang="en-US" sz="1000" dirty="0">
                <a:latin typeface="Consolas" panose="020B0609020204030204" pitchFamily="49" charset="0"/>
              </a:rPr>
            </a:br>
            <a:r>
              <a:rPr lang="en-US" sz="1000" dirty="0">
                <a:latin typeface="Consolas" panose="020B0609020204030204" pitchFamily="49" charset="0"/>
              </a:rPr>
              <a:t>  Orders:</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ID: 322,</a:t>
            </a:r>
            <a:br>
              <a:rPr lang="en-US" sz="1000" dirty="0">
                <a:latin typeface="Consolas" panose="020B0609020204030204" pitchFamily="49" charset="0"/>
              </a:rPr>
            </a:br>
            <a:r>
              <a:rPr lang="en-US" sz="1000" dirty="0">
                <a:latin typeface="Consolas" panose="020B0609020204030204" pitchFamily="49" charset="0"/>
              </a:rPr>
              <a:t>      </a:t>
            </a:r>
            <a:r>
              <a:rPr lang="en-US" sz="1000" dirty="0" err="1">
                <a:latin typeface="Consolas" panose="020B0609020204030204" pitchFamily="49" charset="0"/>
              </a:rPr>
              <a:t>ItemNumber</a:t>
            </a:r>
            <a:r>
              <a:rPr lang="en-US" sz="1000" dirty="0">
                <a:latin typeface="Consolas" panose="020B0609020204030204" pitchFamily="49" charset="0"/>
              </a:rPr>
              <a:t>: 15,</a:t>
            </a:r>
            <a:br>
              <a:rPr lang="en-US" sz="1000" dirty="0">
                <a:latin typeface="Consolas" panose="020B0609020204030204" pitchFamily="49" charset="0"/>
              </a:rPr>
            </a:br>
            <a:r>
              <a:rPr lang="en-US" sz="1000" dirty="0">
                <a:latin typeface="Consolas" panose="020B0609020204030204" pitchFamily="49" charset="0"/>
              </a:rPr>
              <a:t>      Quantity: 4</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  ]</a:t>
            </a:r>
            <a:br>
              <a:rPr lang="en-US" sz="1000" dirty="0">
                <a:latin typeface="Consolas" panose="020B0609020204030204" pitchFamily="49" charset="0"/>
              </a:rPr>
            </a:br>
            <a:r>
              <a:rPr lang="en-US" sz="1000" dirty="0">
                <a:latin typeface="Consolas" panose="020B0609020204030204" pitchFamily="49" charset="0"/>
              </a:rPr>
              <a:t>}</a:t>
            </a:r>
          </a:p>
        </p:txBody>
      </p:sp>
      <p:sp>
        <p:nvSpPr>
          <p:cNvPr id="6" name="TextBox 5">
            <a:extLst>
              <a:ext uri="{FF2B5EF4-FFF2-40B4-BE49-F238E27FC236}">
                <a16:creationId xmlns:a16="http://schemas.microsoft.com/office/drawing/2014/main" id="{0A568D0A-5169-102C-6390-4EEF3229FBAC}"/>
              </a:ext>
            </a:extLst>
          </p:cNvPr>
          <p:cNvSpPr txBox="1"/>
          <p:nvPr/>
        </p:nvSpPr>
        <p:spPr>
          <a:xfrm>
            <a:off x="3789200" y="723325"/>
            <a:ext cx="5145157" cy="4093428"/>
          </a:xfrm>
          <a:prstGeom prst="rect">
            <a:avLst/>
          </a:prstGeom>
          <a:noFill/>
        </p:spPr>
        <p:txBody>
          <a:bodyPr wrap="square">
            <a:spAutoFit/>
          </a:bodyPr>
          <a:lstStyle/>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List of sales order</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URL template: http://company-x.com/customers/{customer-id}/sales-order/{sales-order-id}</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a:t>
            </a:r>
            <a:r>
              <a:rPr lang="en-US" sz="1000" b="0" i="0" dirty="0" err="1">
                <a:solidFill>
                  <a:schemeClr val="bg1"/>
                </a:solidFill>
                <a:effectLst/>
                <a:latin typeface="Consolas" panose="020B0609020204030204" pitchFamily="49" charset="0"/>
                <a:cs typeface="Consolas" panose="020B0609020204030204" pitchFamily="49" charset="0"/>
              </a:rPr>
              <a:t>CustomerId</a:t>
            </a:r>
            <a:r>
              <a:rPr lang="en-US" sz="1000" b="0" i="0" dirty="0">
                <a:solidFill>
                  <a:schemeClr val="bg1"/>
                </a:solidFill>
                <a:effectLst/>
                <a:latin typeface="Consolas" panose="020B0609020204030204" pitchFamily="49" charset="0"/>
                <a:cs typeface="Consolas" panose="020B0609020204030204" pitchFamily="49" charset="0"/>
              </a:rPr>
              <a:t>: 6755,</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Orders:</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ID: 10,</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a:t>
            </a:r>
            <a:r>
              <a:rPr lang="en-US" sz="1000" b="0" i="0" dirty="0" err="1">
                <a:solidFill>
                  <a:schemeClr val="bg1"/>
                </a:solidFill>
                <a:effectLst/>
                <a:latin typeface="Consolas" panose="020B0609020204030204" pitchFamily="49" charset="0"/>
                <a:cs typeface="Consolas" panose="020B0609020204030204" pitchFamily="49" charset="0"/>
              </a:rPr>
              <a:t>ItemNumber</a:t>
            </a:r>
            <a:r>
              <a:rPr lang="en-US" sz="1000" b="0" i="0" dirty="0">
                <a:solidFill>
                  <a:schemeClr val="bg1"/>
                </a:solidFill>
                <a:effectLst/>
                <a:latin typeface="Consolas" panose="020B0609020204030204" pitchFamily="49" charset="0"/>
                <a:cs typeface="Consolas" panose="020B0609020204030204" pitchFamily="49" charset="0"/>
              </a:rPr>
              <a:t>: 15,</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Quantity: 4,</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_links:</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a:t>
            </a:r>
            <a:r>
              <a:rPr lang="en-US" sz="1000" b="0" i="0" dirty="0" err="1">
                <a:solidFill>
                  <a:schemeClr val="bg1"/>
                </a:solidFill>
                <a:effectLst/>
                <a:latin typeface="Consolas" panose="020B0609020204030204" pitchFamily="49" charset="0"/>
                <a:cs typeface="Consolas" panose="020B0609020204030204" pitchFamily="49" charset="0"/>
              </a:rPr>
              <a:t>href</a:t>
            </a:r>
            <a:r>
              <a:rPr lang="en-US" sz="1000" b="0" i="0" dirty="0">
                <a:solidFill>
                  <a:schemeClr val="bg1"/>
                </a:solidFill>
                <a:effectLst/>
                <a:latin typeface="Consolas" panose="020B0609020204030204" pitchFamily="49" charset="0"/>
                <a:cs typeface="Consolas" panose="020B0609020204030204" pitchFamily="49" charset="0"/>
              </a:rPr>
              <a:t>: "http://company-x.com/customers/6755/sales-order/10",</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title = "Sales order details"</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a:t>
            </a:r>
            <a:r>
              <a:rPr lang="en-US" sz="1000" b="0" i="0" dirty="0" err="1">
                <a:solidFill>
                  <a:schemeClr val="bg1"/>
                </a:solidFill>
                <a:effectLst/>
                <a:latin typeface="Consolas" panose="020B0609020204030204" pitchFamily="49" charset="0"/>
                <a:cs typeface="Consolas" panose="020B0609020204030204" pitchFamily="49" charset="0"/>
              </a:rPr>
              <a:t>href</a:t>
            </a:r>
            <a:r>
              <a:rPr lang="en-US" sz="1000" b="0" i="0" dirty="0">
                <a:solidFill>
                  <a:schemeClr val="bg1"/>
                </a:solidFill>
                <a:effectLst/>
                <a:latin typeface="Consolas" panose="020B0609020204030204" pitchFamily="49" charset="0"/>
                <a:cs typeface="Consolas" panose="020B0609020204030204" pitchFamily="49" charset="0"/>
              </a:rPr>
              <a:t>: " http://company-x.com/product/15",</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title = "Item order details (catalog)"</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  ]</a:t>
            </a:r>
          </a:p>
          <a:p>
            <a:pPr marL="0" lvl="0" indent="0" algn="l" rtl="0">
              <a:spcBef>
                <a:spcPts val="0"/>
              </a:spcBef>
              <a:spcAft>
                <a:spcPts val="0"/>
              </a:spcAft>
              <a:buNone/>
            </a:pPr>
            <a:r>
              <a:rPr lang="en-US" sz="1000" b="0" i="0" dirty="0">
                <a:solidFill>
                  <a:schemeClr val="bg1"/>
                </a:solidFill>
                <a:effectLst/>
                <a:latin typeface="Consolas" panose="020B0609020204030204" pitchFamily="49" charset="0"/>
                <a:cs typeface="Consolas" panose="020B0609020204030204" pitchFamily="49" charset="0"/>
              </a:rPr>
              <a:t>}</a:t>
            </a:r>
            <a:endParaRPr lang="en-US" sz="1000" dirty="0"/>
          </a:p>
        </p:txBody>
      </p:sp>
    </p:spTree>
    <p:extLst>
      <p:ext uri="{BB962C8B-B14F-4D97-AF65-F5344CB8AC3E}">
        <p14:creationId xmlns:p14="http://schemas.microsoft.com/office/powerpoint/2010/main" val="4142015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17407A91-1DFF-8770-7748-AF2158461356}"/>
              </a:ext>
            </a:extLst>
          </p:cNvPr>
          <p:cNvSpPr>
            <a:spLocks noGrp="1"/>
          </p:cNvSpPr>
          <p:nvPr>
            <p:ph type="title" idx="6"/>
          </p:nvPr>
        </p:nvSpPr>
        <p:spPr>
          <a:xfrm>
            <a:off x="1048449" y="1770700"/>
            <a:ext cx="3631786" cy="723900"/>
          </a:xfrm>
        </p:spPr>
        <p:txBody>
          <a:bodyPr/>
          <a:lstStyle/>
          <a:p>
            <a:r>
              <a:rPr lang="en-US" dirty="0"/>
              <a:t>Resource URL</a:t>
            </a:r>
          </a:p>
        </p:txBody>
      </p:sp>
      <p:sp>
        <p:nvSpPr>
          <p:cNvPr id="26" name="Title 25">
            <a:extLst>
              <a:ext uri="{FF2B5EF4-FFF2-40B4-BE49-F238E27FC236}">
                <a16:creationId xmlns:a16="http://schemas.microsoft.com/office/drawing/2014/main" id="{F39EFE2A-0A0C-C0BA-FE15-40581F1F211B}"/>
              </a:ext>
            </a:extLst>
          </p:cNvPr>
          <p:cNvSpPr>
            <a:spLocks noGrp="1"/>
          </p:cNvSpPr>
          <p:nvPr>
            <p:ph type="title" idx="8"/>
          </p:nvPr>
        </p:nvSpPr>
        <p:spPr>
          <a:xfrm>
            <a:off x="4799619" y="1770700"/>
            <a:ext cx="3741480" cy="723900"/>
          </a:xfrm>
        </p:spPr>
        <p:txBody>
          <a:bodyPr/>
          <a:lstStyle/>
          <a:p>
            <a:r>
              <a:rPr lang="en-US" dirty="0"/>
              <a:t>HTTP Methods</a:t>
            </a:r>
          </a:p>
        </p:txBody>
      </p:sp>
      <p:sp>
        <p:nvSpPr>
          <p:cNvPr id="29" name="Title 1">
            <a:extLst>
              <a:ext uri="{FF2B5EF4-FFF2-40B4-BE49-F238E27FC236}">
                <a16:creationId xmlns:a16="http://schemas.microsoft.com/office/drawing/2014/main" id="{0D43DB09-B1C9-7BA8-0E0B-3C20EECFD1BA}"/>
              </a:ext>
            </a:extLst>
          </p:cNvPr>
          <p:cNvSpPr>
            <a:spLocks noGrp="1"/>
          </p:cNvSpPr>
          <p:nvPr>
            <p:ph type="title"/>
          </p:nvPr>
        </p:nvSpPr>
        <p:spPr>
          <a:xfrm>
            <a:off x="938499" y="445025"/>
            <a:ext cx="5824041" cy="941400"/>
          </a:xfrm>
        </p:spPr>
        <p:txBody>
          <a:bodyPr/>
          <a:lstStyle/>
          <a:p>
            <a:r>
              <a:rPr lang="en-US" sz="4000" dirty="0"/>
              <a:t>Resource Metadata</a:t>
            </a:r>
          </a:p>
        </p:txBody>
      </p:sp>
      <p:sp>
        <p:nvSpPr>
          <p:cNvPr id="30" name="TextBox 29">
            <a:extLst>
              <a:ext uri="{FF2B5EF4-FFF2-40B4-BE49-F238E27FC236}">
                <a16:creationId xmlns:a16="http://schemas.microsoft.com/office/drawing/2014/main" id="{764A333D-FB6F-0A31-D317-0F09B107C78C}"/>
              </a:ext>
            </a:extLst>
          </p:cNvPr>
          <p:cNvSpPr txBox="1"/>
          <p:nvPr/>
        </p:nvSpPr>
        <p:spPr>
          <a:xfrm>
            <a:off x="1225899" y="2525486"/>
            <a:ext cx="3346101" cy="1938992"/>
          </a:xfrm>
          <a:prstGeom prst="rect">
            <a:avLst/>
          </a:prstGeom>
          <a:noFill/>
        </p:spPr>
        <p:txBody>
          <a:bodyPr wrap="square" rtlCol="0">
            <a:spAutoFit/>
          </a:bodyPr>
          <a:lstStyle/>
          <a:p>
            <a:pPr algn="ctr"/>
            <a:r>
              <a:rPr lang="en-US" sz="2000" dirty="0">
                <a:solidFill>
                  <a:schemeClr val="bg1"/>
                </a:solidFill>
                <a:latin typeface="+mn-lt"/>
              </a:rPr>
              <a:t>The URL (Uniform Resource Locator) that uniquely identifies a resource. It's essential for clients to locate and interact with resources.</a:t>
            </a:r>
          </a:p>
        </p:txBody>
      </p:sp>
      <p:sp>
        <p:nvSpPr>
          <p:cNvPr id="31" name="TextBox 30">
            <a:extLst>
              <a:ext uri="{FF2B5EF4-FFF2-40B4-BE49-F238E27FC236}">
                <a16:creationId xmlns:a16="http://schemas.microsoft.com/office/drawing/2014/main" id="{69F0BF44-F24F-581A-B0CF-7868ADB14E0E}"/>
              </a:ext>
            </a:extLst>
          </p:cNvPr>
          <p:cNvSpPr txBox="1"/>
          <p:nvPr/>
        </p:nvSpPr>
        <p:spPr>
          <a:xfrm>
            <a:off x="4885173" y="2494600"/>
            <a:ext cx="3655926" cy="1938992"/>
          </a:xfrm>
          <a:prstGeom prst="rect">
            <a:avLst/>
          </a:prstGeom>
          <a:noFill/>
        </p:spPr>
        <p:txBody>
          <a:bodyPr wrap="square" rtlCol="0">
            <a:spAutoFit/>
          </a:bodyPr>
          <a:lstStyle/>
          <a:p>
            <a:pPr algn="ctr"/>
            <a:r>
              <a:rPr lang="en-US" sz="2000" b="0" i="0" dirty="0">
                <a:solidFill>
                  <a:schemeClr val="bg1"/>
                </a:solidFill>
                <a:effectLst/>
                <a:latin typeface="+mn-lt"/>
              </a:rPr>
              <a:t>Metadata about which HTTP methods (GET, POST, PUT, DELETE, etc.) are supported by a resource. This tells clients what actions they can perform on a resource.</a:t>
            </a:r>
            <a:endParaRPr lang="en-US" sz="1600" dirty="0">
              <a:solidFill>
                <a:schemeClr val="bg1"/>
              </a:solidFill>
              <a:latin typeface="+mn-lt"/>
            </a:endParaRPr>
          </a:p>
        </p:txBody>
      </p:sp>
    </p:spTree>
    <p:extLst>
      <p:ext uri="{BB962C8B-B14F-4D97-AF65-F5344CB8AC3E}">
        <p14:creationId xmlns:p14="http://schemas.microsoft.com/office/powerpoint/2010/main" val="149276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17407A91-1DFF-8770-7748-AF2158461356}"/>
              </a:ext>
            </a:extLst>
          </p:cNvPr>
          <p:cNvSpPr>
            <a:spLocks noGrp="1"/>
          </p:cNvSpPr>
          <p:nvPr>
            <p:ph type="title" idx="6"/>
          </p:nvPr>
        </p:nvSpPr>
        <p:spPr>
          <a:xfrm>
            <a:off x="1048449" y="1770700"/>
            <a:ext cx="3295931" cy="723900"/>
          </a:xfrm>
        </p:spPr>
        <p:txBody>
          <a:bodyPr/>
          <a:lstStyle/>
          <a:p>
            <a:r>
              <a:rPr lang="en-US" dirty="0"/>
              <a:t>Links</a:t>
            </a:r>
            <a:endParaRPr lang="en-US" sz="3200" dirty="0"/>
          </a:p>
        </p:txBody>
      </p:sp>
      <p:sp>
        <p:nvSpPr>
          <p:cNvPr id="26" name="Title 25">
            <a:extLst>
              <a:ext uri="{FF2B5EF4-FFF2-40B4-BE49-F238E27FC236}">
                <a16:creationId xmlns:a16="http://schemas.microsoft.com/office/drawing/2014/main" id="{F39EFE2A-0A0C-C0BA-FE15-40581F1F211B}"/>
              </a:ext>
            </a:extLst>
          </p:cNvPr>
          <p:cNvSpPr>
            <a:spLocks noGrp="1"/>
          </p:cNvSpPr>
          <p:nvPr>
            <p:ph type="title" idx="8"/>
          </p:nvPr>
        </p:nvSpPr>
        <p:spPr>
          <a:xfrm>
            <a:off x="4799619" y="1770700"/>
            <a:ext cx="3741480" cy="723900"/>
          </a:xfrm>
        </p:spPr>
        <p:txBody>
          <a:bodyPr/>
          <a:lstStyle/>
          <a:p>
            <a:r>
              <a:rPr lang="en-US" dirty="0"/>
              <a:t>Actions</a:t>
            </a:r>
          </a:p>
        </p:txBody>
      </p:sp>
      <p:sp>
        <p:nvSpPr>
          <p:cNvPr id="29" name="Title 1">
            <a:extLst>
              <a:ext uri="{FF2B5EF4-FFF2-40B4-BE49-F238E27FC236}">
                <a16:creationId xmlns:a16="http://schemas.microsoft.com/office/drawing/2014/main" id="{0D43DB09-B1C9-7BA8-0E0B-3C20EECFD1BA}"/>
              </a:ext>
            </a:extLst>
          </p:cNvPr>
          <p:cNvSpPr>
            <a:spLocks noGrp="1"/>
          </p:cNvSpPr>
          <p:nvPr>
            <p:ph type="title"/>
          </p:nvPr>
        </p:nvSpPr>
        <p:spPr>
          <a:xfrm>
            <a:off x="286870" y="445025"/>
            <a:ext cx="8776447" cy="941400"/>
          </a:xfrm>
        </p:spPr>
        <p:txBody>
          <a:bodyPr/>
          <a:lstStyle/>
          <a:p>
            <a:pPr algn="l"/>
            <a:r>
              <a:rPr lang="en-US" sz="4000" dirty="0"/>
              <a:t>Hypermedia Controls (HATEOAS)</a:t>
            </a:r>
          </a:p>
        </p:txBody>
      </p:sp>
      <p:sp>
        <p:nvSpPr>
          <p:cNvPr id="30" name="TextBox 29">
            <a:extLst>
              <a:ext uri="{FF2B5EF4-FFF2-40B4-BE49-F238E27FC236}">
                <a16:creationId xmlns:a16="http://schemas.microsoft.com/office/drawing/2014/main" id="{764A333D-FB6F-0A31-D317-0F09B107C78C}"/>
              </a:ext>
            </a:extLst>
          </p:cNvPr>
          <p:cNvSpPr txBox="1"/>
          <p:nvPr/>
        </p:nvSpPr>
        <p:spPr>
          <a:xfrm>
            <a:off x="1001487" y="2525486"/>
            <a:ext cx="3570514" cy="2585323"/>
          </a:xfrm>
          <a:prstGeom prst="rect">
            <a:avLst/>
          </a:prstGeom>
          <a:noFill/>
        </p:spPr>
        <p:txBody>
          <a:bodyPr wrap="square" rtlCol="0">
            <a:spAutoFit/>
          </a:bodyPr>
          <a:lstStyle/>
          <a:p>
            <a:pPr algn="ctr"/>
            <a:r>
              <a:rPr lang="en-US" sz="1800" b="0" i="0" dirty="0">
                <a:solidFill>
                  <a:schemeClr val="bg1"/>
                </a:solidFill>
                <a:effectLst/>
                <a:latin typeface="+mn-lt"/>
              </a:rPr>
              <a:t>Hypermedia links provide navigation between resources that include metadata about the relationship between resources and the URL to access related resources. Clients can follow these links to discover and access related resources dynamically.</a:t>
            </a:r>
            <a:endParaRPr lang="en-US" dirty="0">
              <a:solidFill>
                <a:schemeClr val="bg1"/>
              </a:solidFill>
              <a:latin typeface="+mn-lt"/>
            </a:endParaRPr>
          </a:p>
        </p:txBody>
      </p:sp>
      <p:sp>
        <p:nvSpPr>
          <p:cNvPr id="31" name="TextBox 30">
            <a:extLst>
              <a:ext uri="{FF2B5EF4-FFF2-40B4-BE49-F238E27FC236}">
                <a16:creationId xmlns:a16="http://schemas.microsoft.com/office/drawing/2014/main" id="{69F0BF44-F24F-581A-B0CF-7868ADB14E0E}"/>
              </a:ext>
            </a:extLst>
          </p:cNvPr>
          <p:cNvSpPr txBox="1"/>
          <p:nvPr/>
        </p:nvSpPr>
        <p:spPr>
          <a:xfrm>
            <a:off x="4885173" y="2494600"/>
            <a:ext cx="3655926" cy="1938992"/>
          </a:xfrm>
          <a:prstGeom prst="rect">
            <a:avLst/>
          </a:prstGeom>
          <a:noFill/>
        </p:spPr>
        <p:txBody>
          <a:bodyPr wrap="square" rtlCol="0">
            <a:spAutoFit/>
          </a:bodyPr>
          <a:lstStyle/>
          <a:p>
            <a:pPr algn="ctr"/>
            <a:r>
              <a:rPr lang="en-US" sz="2000" b="0" i="0" dirty="0">
                <a:solidFill>
                  <a:schemeClr val="bg1"/>
                </a:solidFill>
                <a:effectLst/>
                <a:latin typeface="+mn-lt"/>
              </a:rPr>
              <a:t>Describes the allowable actions or operations that can be performed on a resource. This includes the HTTP methods that are supported for a specific resource.</a:t>
            </a:r>
            <a:endParaRPr lang="en-US" sz="1600" dirty="0">
              <a:solidFill>
                <a:schemeClr val="bg1"/>
              </a:solidFill>
              <a:latin typeface="+mn-lt"/>
            </a:endParaRPr>
          </a:p>
        </p:txBody>
      </p:sp>
    </p:spTree>
    <p:extLst>
      <p:ext uri="{BB962C8B-B14F-4D97-AF65-F5344CB8AC3E}">
        <p14:creationId xmlns:p14="http://schemas.microsoft.com/office/powerpoint/2010/main" val="377161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17407A91-1DFF-8770-7748-AF2158461356}"/>
              </a:ext>
            </a:extLst>
          </p:cNvPr>
          <p:cNvSpPr>
            <a:spLocks noGrp="1"/>
          </p:cNvSpPr>
          <p:nvPr>
            <p:ph type="title" idx="6"/>
          </p:nvPr>
        </p:nvSpPr>
        <p:spPr>
          <a:xfrm>
            <a:off x="1048449" y="1770700"/>
            <a:ext cx="3295931" cy="723900"/>
          </a:xfrm>
        </p:spPr>
        <p:txBody>
          <a:bodyPr/>
          <a:lstStyle/>
          <a:p>
            <a:r>
              <a:rPr lang="en-US" dirty="0"/>
              <a:t>Pagination</a:t>
            </a:r>
            <a:r>
              <a:rPr lang="en-US" sz="3200" dirty="0"/>
              <a:t> </a:t>
            </a:r>
          </a:p>
        </p:txBody>
      </p:sp>
      <p:sp>
        <p:nvSpPr>
          <p:cNvPr id="26" name="Title 25">
            <a:extLst>
              <a:ext uri="{FF2B5EF4-FFF2-40B4-BE49-F238E27FC236}">
                <a16:creationId xmlns:a16="http://schemas.microsoft.com/office/drawing/2014/main" id="{F39EFE2A-0A0C-C0BA-FE15-40581F1F211B}"/>
              </a:ext>
            </a:extLst>
          </p:cNvPr>
          <p:cNvSpPr>
            <a:spLocks noGrp="1"/>
          </p:cNvSpPr>
          <p:nvPr>
            <p:ph type="title" idx="8"/>
          </p:nvPr>
        </p:nvSpPr>
        <p:spPr>
          <a:xfrm>
            <a:off x="4799619" y="1770700"/>
            <a:ext cx="3741480" cy="723900"/>
          </a:xfrm>
        </p:spPr>
        <p:txBody>
          <a:bodyPr/>
          <a:lstStyle/>
          <a:p>
            <a:r>
              <a:rPr lang="en-US" sz="4000" dirty="0"/>
              <a:t>Filtering </a:t>
            </a:r>
          </a:p>
        </p:txBody>
      </p:sp>
      <p:sp>
        <p:nvSpPr>
          <p:cNvPr id="29" name="Title 1">
            <a:extLst>
              <a:ext uri="{FF2B5EF4-FFF2-40B4-BE49-F238E27FC236}">
                <a16:creationId xmlns:a16="http://schemas.microsoft.com/office/drawing/2014/main" id="{0D43DB09-B1C9-7BA8-0E0B-3C20EECFD1BA}"/>
              </a:ext>
            </a:extLst>
          </p:cNvPr>
          <p:cNvSpPr>
            <a:spLocks noGrp="1"/>
          </p:cNvSpPr>
          <p:nvPr>
            <p:ph type="title"/>
          </p:nvPr>
        </p:nvSpPr>
        <p:spPr>
          <a:xfrm>
            <a:off x="938499" y="445025"/>
            <a:ext cx="7103532" cy="941400"/>
          </a:xfrm>
        </p:spPr>
        <p:txBody>
          <a:bodyPr/>
          <a:lstStyle/>
          <a:p>
            <a:r>
              <a:rPr lang="en-US" sz="4000" dirty="0"/>
              <a:t>Pagination and Filtering</a:t>
            </a:r>
          </a:p>
        </p:txBody>
      </p:sp>
      <p:sp>
        <p:nvSpPr>
          <p:cNvPr id="30" name="TextBox 29">
            <a:extLst>
              <a:ext uri="{FF2B5EF4-FFF2-40B4-BE49-F238E27FC236}">
                <a16:creationId xmlns:a16="http://schemas.microsoft.com/office/drawing/2014/main" id="{764A333D-FB6F-0A31-D317-0F09B107C78C}"/>
              </a:ext>
            </a:extLst>
          </p:cNvPr>
          <p:cNvSpPr txBox="1"/>
          <p:nvPr/>
        </p:nvSpPr>
        <p:spPr>
          <a:xfrm>
            <a:off x="1225899" y="2525486"/>
            <a:ext cx="3346101" cy="1938992"/>
          </a:xfrm>
          <a:prstGeom prst="rect">
            <a:avLst/>
          </a:prstGeom>
          <a:noFill/>
        </p:spPr>
        <p:txBody>
          <a:bodyPr wrap="square" rtlCol="0">
            <a:spAutoFit/>
          </a:bodyPr>
          <a:lstStyle/>
          <a:p>
            <a:pPr algn="ctr"/>
            <a:r>
              <a:rPr lang="en-US" sz="2000" dirty="0">
                <a:solidFill>
                  <a:schemeClr val="bg1"/>
                </a:solidFill>
                <a:latin typeface="+mn-lt"/>
              </a:rPr>
              <a:t>When dealing with large collections of resources, metadata like page number, page size, and total item count helps clients navigate through the results.</a:t>
            </a:r>
          </a:p>
        </p:txBody>
      </p:sp>
      <p:sp>
        <p:nvSpPr>
          <p:cNvPr id="31" name="TextBox 30">
            <a:extLst>
              <a:ext uri="{FF2B5EF4-FFF2-40B4-BE49-F238E27FC236}">
                <a16:creationId xmlns:a16="http://schemas.microsoft.com/office/drawing/2014/main" id="{69F0BF44-F24F-581A-B0CF-7868ADB14E0E}"/>
              </a:ext>
            </a:extLst>
          </p:cNvPr>
          <p:cNvSpPr txBox="1"/>
          <p:nvPr/>
        </p:nvSpPr>
        <p:spPr>
          <a:xfrm>
            <a:off x="4885173" y="2494600"/>
            <a:ext cx="3655926" cy="1323439"/>
          </a:xfrm>
          <a:prstGeom prst="rect">
            <a:avLst/>
          </a:prstGeom>
          <a:noFill/>
        </p:spPr>
        <p:txBody>
          <a:bodyPr wrap="square" rtlCol="0">
            <a:spAutoFit/>
          </a:bodyPr>
          <a:lstStyle/>
          <a:p>
            <a:pPr algn="ctr"/>
            <a:r>
              <a:rPr lang="en-US" sz="2000" b="0" i="0" dirty="0">
                <a:solidFill>
                  <a:schemeClr val="bg1"/>
                </a:solidFill>
                <a:effectLst/>
                <a:latin typeface="+mn-lt"/>
              </a:rPr>
              <a:t>Metadata specifying query parameters that allow clients to filter and refine resource collections.</a:t>
            </a:r>
            <a:endParaRPr lang="en-US" sz="1600" dirty="0">
              <a:solidFill>
                <a:schemeClr val="bg1"/>
              </a:solidFill>
              <a:latin typeface="+mn-lt"/>
            </a:endParaRPr>
          </a:p>
        </p:txBody>
      </p:sp>
    </p:spTree>
    <p:extLst>
      <p:ext uri="{BB962C8B-B14F-4D97-AF65-F5344CB8AC3E}">
        <p14:creationId xmlns:p14="http://schemas.microsoft.com/office/powerpoint/2010/main" val="3278794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17407A91-1DFF-8770-7748-AF2158461356}"/>
              </a:ext>
            </a:extLst>
          </p:cNvPr>
          <p:cNvSpPr>
            <a:spLocks noGrp="1"/>
          </p:cNvSpPr>
          <p:nvPr>
            <p:ph type="title" idx="6"/>
          </p:nvPr>
        </p:nvSpPr>
        <p:spPr>
          <a:xfrm>
            <a:off x="1048449" y="1770700"/>
            <a:ext cx="3295931" cy="723900"/>
          </a:xfrm>
        </p:spPr>
        <p:txBody>
          <a:bodyPr/>
          <a:lstStyle/>
          <a:p>
            <a:r>
              <a:rPr lang="en-US" dirty="0"/>
              <a:t>Versioning</a:t>
            </a:r>
          </a:p>
        </p:txBody>
      </p:sp>
      <p:sp>
        <p:nvSpPr>
          <p:cNvPr id="26" name="Title 25">
            <a:extLst>
              <a:ext uri="{FF2B5EF4-FFF2-40B4-BE49-F238E27FC236}">
                <a16:creationId xmlns:a16="http://schemas.microsoft.com/office/drawing/2014/main" id="{F39EFE2A-0A0C-C0BA-FE15-40581F1F211B}"/>
              </a:ext>
            </a:extLst>
          </p:cNvPr>
          <p:cNvSpPr>
            <a:spLocks noGrp="1"/>
          </p:cNvSpPr>
          <p:nvPr>
            <p:ph type="title" idx="8"/>
          </p:nvPr>
        </p:nvSpPr>
        <p:spPr>
          <a:xfrm>
            <a:off x="4799619" y="1770700"/>
            <a:ext cx="3741480" cy="723900"/>
          </a:xfrm>
        </p:spPr>
        <p:txBody>
          <a:bodyPr/>
          <a:lstStyle/>
          <a:p>
            <a:r>
              <a:rPr lang="en-US" sz="4000" dirty="0"/>
              <a:t>Error Messaging</a:t>
            </a:r>
          </a:p>
        </p:txBody>
      </p:sp>
      <p:sp>
        <p:nvSpPr>
          <p:cNvPr id="29" name="Title 1">
            <a:extLst>
              <a:ext uri="{FF2B5EF4-FFF2-40B4-BE49-F238E27FC236}">
                <a16:creationId xmlns:a16="http://schemas.microsoft.com/office/drawing/2014/main" id="{0D43DB09-B1C9-7BA8-0E0B-3C20EECFD1BA}"/>
              </a:ext>
            </a:extLst>
          </p:cNvPr>
          <p:cNvSpPr>
            <a:spLocks noGrp="1"/>
          </p:cNvSpPr>
          <p:nvPr>
            <p:ph type="title"/>
          </p:nvPr>
        </p:nvSpPr>
        <p:spPr>
          <a:xfrm>
            <a:off x="938499" y="445025"/>
            <a:ext cx="5824041" cy="941400"/>
          </a:xfrm>
        </p:spPr>
        <p:txBody>
          <a:bodyPr/>
          <a:lstStyle/>
          <a:p>
            <a:r>
              <a:rPr lang="en-US" sz="4000" dirty="0"/>
              <a:t>Versioning and Error Handling</a:t>
            </a:r>
          </a:p>
        </p:txBody>
      </p:sp>
      <p:sp>
        <p:nvSpPr>
          <p:cNvPr id="30" name="TextBox 29">
            <a:extLst>
              <a:ext uri="{FF2B5EF4-FFF2-40B4-BE49-F238E27FC236}">
                <a16:creationId xmlns:a16="http://schemas.microsoft.com/office/drawing/2014/main" id="{764A333D-FB6F-0A31-D317-0F09B107C78C}"/>
              </a:ext>
            </a:extLst>
          </p:cNvPr>
          <p:cNvSpPr txBox="1"/>
          <p:nvPr/>
        </p:nvSpPr>
        <p:spPr>
          <a:xfrm>
            <a:off x="1225899" y="2525486"/>
            <a:ext cx="3346101" cy="2246769"/>
          </a:xfrm>
          <a:prstGeom prst="rect">
            <a:avLst/>
          </a:prstGeom>
          <a:noFill/>
        </p:spPr>
        <p:txBody>
          <a:bodyPr wrap="square" rtlCol="0">
            <a:spAutoFit/>
          </a:bodyPr>
          <a:lstStyle/>
          <a:p>
            <a:pPr algn="ctr"/>
            <a:r>
              <a:rPr lang="en-US" sz="2000" dirty="0">
                <a:solidFill>
                  <a:schemeClr val="bg1"/>
                </a:solidFill>
                <a:latin typeface="+mn-lt"/>
              </a:rPr>
              <a:t>Indicates the version of the API being used. This is important for clients to ensure backward compatibility and handle changes in the API over time.</a:t>
            </a:r>
          </a:p>
        </p:txBody>
      </p:sp>
      <p:sp>
        <p:nvSpPr>
          <p:cNvPr id="31" name="TextBox 30">
            <a:extLst>
              <a:ext uri="{FF2B5EF4-FFF2-40B4-BE49-F238E27FC236}">
                <a16:creationId xmlns:a16="http://schemas.microsoft.com/office/drawing/2014/main" id="{69F0BF44-F24F-581A-B0CF-7868ADB14E0E}"/>
              </a:ext>
            </a:extLst>
          </p:cNvPr>
          <p:cNvSpPr txBox="1"/>
          <p:nvPr/>
        </p:nvSpPr>
        <p:spPr>
          <a:xfrm>
            <a:off x="4885173" y="2494600"/>
            <a:ext cx="3655926" cy="2246769"/>
          </a:xfrm>
          <a:prstGeom prst="rect">
            <a:avLst/>
          </a:prstGeom>
          <a:noFill/>
        </p:spPr>
        <p:txBody>
          <a:bodyPr wrap="square" rtlCol="0">
            <a:spAutoFit/>
          </a:bodyPr>
          <a:lstStyle/>
          <a:p>
            <a:pPr algn="ctr"/>
            <a:r>
              <a:rPr lang="en-US" sz="2000" b="0" i="0" dirty="0">
                <a:solidFill>
                  <a:schemeClr val="bg1"/>
                </a:solidFill>
                <a:effectLst/>
                <a:latin typeface="+mn-lt"/>
              </a:rPr>
              <a:t>Metadata that provides information about errors, including error codes, human-readable descriptions, and potentially links to more information on how to resolve the error.</a:t>
            </a:r>
            <a:endParaRPr lang="en-US" sz="1600" dirty="0">
              <a:solidFill>
                <a:schemeClr val="bg1"/>
              </a:solidFill>
              <a:latin typeface="+mn-lt"/>
            </a:endParaRPr>
          </a:p>
        </p:txBody>
      </p:sp>
    </p:spTree>
    <p:extLst>
      <p:ext uri="{BB962C8B-B14F-4D97-AF65-F5344CB8AC3E}">
        <p14:creationId xmlns:p14="http://schemas.microsoft.com/office/powerpoint/2010/main" val="1610474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4B34690-A2E0-8C8D-B55B-843A341FD74D}"/>
              </a:ext>
            </a:extLst>
          </p:cNvPr>
          <p:cNvSpPr>
            <a:spLocks noGrp="1"/>
          </p:cNvSpPr>
          <p:nvPr>
            <p:ph type="title"/>
          </p:nvPr>
        </p:nvSpPr>
        <p:spPr>
          <a:xfrm>
            <a:off x="938499" y="445025"/>
            <a:ext cx="6455189" cy="941400"/>
          </a:xfrm>
        </p:spPr>
        <p:txBody>
          <a:bodyPr/>
          <a:lstStyle/>
          <a:p>
            <a:r>
              <a:rPr lang="en-US" sz="3200" dirty="0"/>
              <a:t>Other Areas for Hypermedia</a:t>
            </a:r>
          </a:p>
        </p:txBody>
      </p:sp>
      <p:graphicFrame>
        <p:nvGraphicFramePr>
          <p:cNvPr id="14" name="Diagram 13">
            <a:extLst>
              <a:ext uri="{FF2B5EF4-FFF2-40B4-BE49-F238E27FC236}">
                <a16:creationId xmlns:a16="http://schemas.microsoft.com/office/drawing/2014/main" id="{546FD57F-7FE4-5380-BC2E-8E8CDA0308B1}"/>
              </a:ext>
            </a:extLst>
          </p:cNvPr>
          <p:cNvGraphicFramePr/>
          <p:nvPr>
            <p:extLst>
              <p:ext uri="{D42A27DB-BD31-4B8C-83A1-F6EECF244321}">
                <p14:modId xmlns:p14="http://schemas.microsoft.com/office/powerpoint/2010/main" val="3223069277"/>
              </p:ext>
            </p:extLst>
          </p:nvPr>
        </p:nvGraphicFramePr>
        <p:xfrm>
          <a:off x="1429812" y="998912"/>
          <a:ext cx="7030899"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6" name="Graphic 15" descr="Hashtag with solid fill">
            <a:extLst>
              <a:ext uri="{FF2B5EF4-FFF2-40B4-BE49-F238E27FC236}">
                <a16:creationId xmlns:a16="http://schemas.microsoft.com/office/drawing/2014/main" id="{5023E599-2CB8-E417-2E98-66C58AB3D4A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22326" y="1344176"/>
            <a:ext cx="914400" cy="914400"/>
          </a:xfrm>
          <a:prstGeom prst="rect">
            <a:avLst/>
          </a:prstGeom>
        </p:spPr>
      </p:pic>
      <p:pic>
        <p:nvPicPr>
          <p:cNvPr id="22" name="Graphic 21" descr="Connected with solid fill">
            <a:extLst>
              <a:ext uri="{FF2B5EF4-FFF2-40B4-BE49-F238E27FC236}">
                <a16:creationId xmlns:a16="http://schemas.microsoft.com/office/drawing/2014/main" id="{8F0540F7-E55F-8093-3D25-85D4B245FE0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40523" y="2571750"/>
            <a:ext cx="914400" cy="914400"/>
          </a:xfrm>
          <a:prstGeom prst="rect">
            <a:avLst/>
          </a:prstGeom>
        </p:spPr>
      </p:pic>
      <p:pic>
        <p:nvPicPr>
          <p:cNvPr id="24" name="Graphic 23" descr="Lock with solid fill">
            <a:extLst>
              <a:ext uri="{FF2B5EF4-FFF2-40B4-BE49-F238E27FC236}">
                <a16:creationId xmlns:a16="http://schemas.microsoft.com/office/drawing/2014/main" id="{71045CC0-BB76-14DB-910B-601E9F711B0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52470" y="3757076"/>
            <a:ext cx="914400" cy="914400"/>
          </a:xfrm>
          <a:prstGeom prst="rect">
            <a:avLst/>
          </a:prstGeom>
        </p:spPr>
      </p:pic>
    </p:spTree>
    <p:extLst>
      <p:ext uri="{BB962C8B-B14F-4D97-AF65-F5344CB8AC3E}">
        <p14:creationId xmlns:p14="http://schemas.microsoft.com/office/powerpoint/2010/main" val="1858279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BE99D2A-2EA3-8A8E-591B-F1BE58CD6B3E}"/>
              </a:ext>
            </a:extLst>
          </p:cNvPr>
          <p:cNvSpPr>
            <a:spLocks noGrp="1"/>
          </p:cNvSpPr>
          <p:nvPr>
            <p:ph type="title"/>
          </p:nvPr>
        </p:nvSpPr>
        <p:spPr/>
        <p:txBody>
          <a:bodyPr/>
          <a:lstStyle/>
          <a:p>
            <a:r>
              <a:rPr lang="en-US" dirty="0"/>
              <a:t>Short Terms Effects</a:t>
            </a:r>
          </a:p>
        </p:txBody>
      </p:sp>
      <p:graphicFrame>
        <p:nvGraphicFramePr>
          <p:cNvPr id="7" name="Diagram 6">
            <a:extLst>
              <a:ext uri="{FF2B5EF4-FFF2-40B4-BE49-F238E27FC236}">
                <a16:creationId xmlns:a16="http://schemas.microsoft.com/office/drawing/2014/main" id="{BA2E6944-72FA-4E56-54DD-E34798127CCA}"/>
              </a:ext>
            </a:extLst>
          </p:cNvPr>
          <p:cNvGraphicFramePr/>
          <p:nvPr>
            <p:extLst>
              <p:ext uri="{D42A27DB-BD31-4B8C-83A1-F6EECF244321}">
                <p14:modId xmlns:p14="http://schemas.microsoft.com/office/powerpoint/2010/main" val="2935433748"/>
              </p:ext>
            </p:extLst>
          </p:nvPr>
        </p:nvGraphicFramePr>
        <p:xfrm>
          <a:off x="1524000" y="979584"/>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24793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BE99D2A-2EA3-8A8E-591B-F1BE58CD6B3E}"/>
              </a:ext>
            </a:extLst>
          </p:cNvPr>
          <p:cNvSpPr>
            <a:spLocks noGrp="1"/>
          </p:cNvSpPr>
          <p:nvPr>
            <p:ph type="title"/>
          </p:nvPr>
        </p:nvSpPr>
        <p:spPr/>
        <p:txBody>
          <a:bodyPr/>
          <a:lstStyle/>
          <a:p>
            <a:r>
              <a:rPr lang="en-US" dirty="0"/>
              <a:t>Long Terms Effects</a:t>
            </a:r>
          </a:p>
        </p:txBody>
      </p:sp>
      <p:graphicFrame>
        <p:nvGraphicFramePr>
          <p:cNvPr id="4" name="Diagram 3">
            <a:extLst>
              <a:ext uri="{FF2B5EF4-FFF2-40B4-BE49-F238E27FC236}">
                <a16:creationId xmlns:a16="http://schemas.microsoft.com/office/drawing/2014/main" id="{5AAC87F5-300B-A040-BD02-857C5ACD64C5}"/>
              </a:ext>
            </a:extLst>
          </p:cNvPr>
          <p:cNvGraphicFramePr/>
          <p:nvPr>
            <p:extLst>
              <p:ext uri="{D42A27DB-BD31-4B8C-83A1-F6EECF244321}">
                <p14:modId xmlns:p14="http://schemas.microsoft.com/office/powerpoint/2010/main" val="1002055521"/>
              </p:ext>
            </p:extLst>
          </p:nvPr>
        </p:nvGraphicFramePr>
        <p:xfrm>
          <a:off x="1409700" y="991981"/>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3777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AF93-DCAE-C43B-E06F-20E51D3EEDA1}"/>
              </a:ext>
            </a:extLst>
          </p:cNvPr>
          <p:cNvSpPr>
            <a:spLocks noGrp="1"/>
          </p:cNvSpPr>
          <p:nvPr>
            <p:ph type="title"/>
          </p:nvPr>
        </p:nvSpPr>
        <p:spPr>
          <a:xfrm>
            <a:off x="938499" y="445025"/>
            <a:ext cx="6219791" cy="941400"/>
          </a:xfrm>
        </p:spPr>
        <p:txBody>
          <a:bodyPr/>
          <a:lstStyle/>
          <a:p>
            <a:r>
              <a:rPr lang="en-US" dirty="0"/>
              <a:t>Problem Details with Web APIs</a:t>
            </a:r>
          </a:p>
        </p:txBody>
      </p:sp>
      <p:sp>
        <p:nvSpPr>
          <p:cNvPr id="5" name="Text Placeholder 4">
            <a:extLst>
              <a:ext uri="{FF2B5EF4-FFF2-40B4-BE49-F238E27FC236}">
                <a16:creationId xmlns:a16="http://schemas.microsoft.com/office/drawing/2014/main" id="{AAC1E0B5-BA7C-9B11-6660-B78359F84B2C}"/>
              </a:ext>
            </a:extLst>
          </p:cNvPr>
          <p:cNvSpPr>
            <a:spLocks noGrp="1"/>
          </p:cNvSpPr>
          <p:nvPr>
            <p:ph type="body" idx="1"/>
          </p:nvPr>
        </p:nvSpPr>
        <p:spPr>
          <a:xfrm>
            <a:off x="230288" y="1206557"/>
            <a:ext cx="3186900" cy="496737"/>
          </a:xfrm>
        </p:spPr>
        <p:txBody>
          <a:bodyPr/>
          <a:lstStyle/>
          <a:p>
            <a:pPr marL="139700" indent="0">
              <a:buNone/>
            </a:pPr>
            <a:r>
              <a:rPr lang="en-US" sz="1800" dirty="0">
                <a:latin typeface="Consolas" panose="020B0609020204030204" pitchFamily="49" charset="0"/>
              </a:rPr>
              <a:t>HTTP/1.1 403 Forbidden</a:t>
            </a:r>
          </a:p>
        </p:txBody>
      </p:sp>
      <p:sp>
        <p:nvSpPr>
          <p:cNvPr id="9" name="TextBox 8">
            <a:extLst>
              <a:ext uri="{FF2B5EF4-FFF2-40B4-BE49-F238E27FC236}">
                <a16:creationId xmlns:a16="http://schemas.microsoft.com/office/drawing/2014/main" id="{AB650BEF-723E-25F4-39C2-A937AAA5AC38}"/>
              </a:ext>
            </a:extLst>
          </p:cNvPr>
          <p:cNvSpPr txBox="1"/>
          <p:nvPr/>
        </p:nvSpPr>
        <p:spPr>
          <a:xfrm>
            <a:off x="1371600" y="1825132"/>
            <a:ext cx="7185212" cy="3046988"/>
          </a:xfrm>
          <a:prstGeom prst="rect">
            <a:avLst/>
          </a:prstGeom>
          <a:noFill/>
        </p:spPr>
        <p:txBody>
          <a:bodyPr wrap="square">
            <a:spAutoFit/>
          </a:bodyPr>
          <a:lstStyle/>
          <a:p>
            <a:pPr marL="139700" indent="0">
              <a:buNone/>
            </a:pPr>
            <a:r>
              <a:rPr lang="en-US" sz="1600" dirty="0">
                <a:solidFill>
                  <a:schemeClr val="bg1"/>
                </a:solidFill>
                <a:latin typeface="Consolas" panose="020B0609020204030204" pitchFamily="49" charset="0"/>
              </a:rPr>
              <a:t>HTTP/1.1 403 Forbidden</a:t>
            </a:r>
          </a:p>
          <a:p>
            <a:pPr marL="139700" indent="0">
              <a:buNone/>
            </a:pPr>
            <a:r>
              <a:rPr lang="en-US" sz="1600" dirty="0">
                <a:solidFill>
                  <a:schemeClr val="bg1"/>
                </a:solidFill>
                <a:latin typeface="Consolas" panose="020B0609020204030204" pitchFamily="49" charset="0"/>
              </a:rPr>
              <a:t>Content-Type: application/</a:t>
            </a:r>
            <a:r>
              <a:rPr lang="en-US" sz="1600" dirty="0" err="1">
                <a:solidFill>
                  <a:schemeClr val="bg1"/>
                </a:solidFill>
                <a:latin typeface="Consolas" panose="020B0609020204030204" pitchFamily="49" charset="0"/>
              </a:rPr>
              <a:t>problem+json</a:t>
            </a:r>
            <a:endParaRPr lang="en-US" sz="1600" dirty="0">
              <a:solidFill>
                <a:schemeClr val="bg1"/>
              </a:solidFill>
              <a:latin typeface="Consolas" panose="020B0609020204030204" pitchFamily="49" charset="0"/>
            </a:endParaRPr>
          </a:p>
          <a:p>
            <a:pPr marL="139700" indent="0">
              <a:buNone/>
            </a:pPr>
            <a:r>
              <a:rPr lang="en-US" sz="1600" dirty="0">
                <a:solidFill>
                  <a:schemeClr val="bg1"/>
                </a:solidFill>
                <a:latin typeface="Consolas" panose="020B0609020204030204" pitchFamily="49" charset="0"/>
              </a:rPr>
              <a:t>Content-Language: </a:t>
            </a:r>
            <a:r>
              <a:rPr lang="en-US" sz="1600" dirty="0" err="1">
                <a:solidFill>
                  <a:schemeClr val="bg1"/>
                </a:solidFill>
                <a:latin typeface="Consolas" panose="020B0609020204030204" pitchFamily="49" charset="0"/>
              </a:rPr>
              <a:t>en</a:t>
            </a:r>
            <a:endParaRPr lang="en-US" sz="1600" dirty="0">
              <a:solidFill>
                <a:schemeClr val="bg1"/>
              </a:solidFill>
              <a:latin typeface="Consolas" panose="020B0609020204030204" pitchFamily="49" charset="0"/>
            </a:endParaRPr>
          </a:p>
          <a:p>
            <a:pPr marL="139700" indent="0">
              <a:buNone/>
            </a:pPr>
            <a:r>
              <a:rPr lang="en-US" sz="1600" dirty="0">
                <a:solidFill>
                  <a:schemeClr val="bg1"/>
                </a:solidFill>
                <a:latin typeface="Consolas" panose="020B0609020204030204" pitchFamily="49" charset="0"/>
              </a:rPr>
              <a:t> </a:t>
            </a:r>
          </a:p>
          <a:p>
            <a:pPr marL="139700" indent="0">
              <a:buNone/>
            </a:pPr>
            <a:r>
              <a:rPr lang="en-US" sz="1600" dirty="0">
                <a:solidFill>
                  <a:schemeClr val="bg1"/>
                </a:solidFill>
                <a:latin typeface="Consolas" panose="020B0609020204030204" pitchFamily="49" charset="0"/>
              </a:rPr>
              <a:t>{</a:t>
            </a:r>
          </a:p>
          <a:p>
            <a:pPr marL="139700" indent="0">
              <a:buNone/>
            </a:pPr>
            <a:r>
              <a:rPr lang="en-US" sz="1600" dirty="0">
                <a:solidFill>
                  <a:schemeClr val="bg1"/>
                </a:solidFill>
                <a:latin typeface="Consolas" panose="020B0609020204030204" pitchFamily="49" charset="0"/>
              </a:rPr>
              <a:t>  "type": "https://example.com/probs/out-of-credit",</a:t>
            </a:r>
          </a:p>
          <a:p>
            <a:pPr marL="139700" indent="0">
              <a:buNone/>
            </a:pPr>
            <a:r>
              <a:rPr lang="en-US" sz="1600" dirty="0">
                <a:solidFill>
                  <a:schemeClr val="bg1"/>
                </a:solidFill>
                <a:latin typeface="Consolas" panose="020B0609020204030204" pitchFamily="49" charset="0"/>
              </a:rPr>
              <a:t>  "title": "You do not have enough credit.",</a:t>
            </a:r>
          </a:p>
          <a:p>
            <a:pPr marL="139700" indent="0">
              <a:buNone/>
            </a:pPr>
            <a:r>
              <a:rPr lang="en-US" sz="1600" dirty="0">
                <a:solidFill>
                  <a:schemeClr val="bg1"/>
                </a:solidFill>
                <a:latin typeface="Consolas" panose="020B0609020204030204" pitchFamily="49" charset="0"/>
              </a:rPr>
              <a:t>  "detail": "Your current balance is 30, but that costs 50.",</a:t>
            </a:r>
          </a:p>
          <a:p>
            <a:pPr marL="139700" indent="0">
              <a:buNone/>
            </a:pPr>
            <a:r>
              <a:rPr lang="en-US" sz="1600" dirty="0">
                <a:solidFill>
                  <a:schemeClr val="bg1"/>
                </a:solidFill>
                <a:latin typeface="Consolas" panose="020B0609020204030204" pitchFamily="49" charset="0"/>
              </a:rPr>
              <a:t>  "instance": "/account/12345/</a:t>
            </a:r>
            <a:r>
              <a:rPr lang="en-US" sz="1600" dirty="0" err="1">
                <a:solidFill>
                  <a:schemeClr val="bg1"/>
                </a:solidFill>
                <a:latin typeface="Consolas" panose="020B0609020204030204" pitchFamily="49" charset="0"/>
              </a:rPr>
              <a:t>msgs</a:t>
            </a:r>
            <a:r>
              <a:rPr lang="en-US" sz="1600" dirty="0">
                <a:solidFill>
                  <a:schemeClr val="bg1"/>
                </a:solidFill>
                <a:latin typeface="Consolas" panose="020B0609020204030204" pitchFamily="49" charset="0"/>
              </a:rPr>
              <a:t>/</a:t>
            </a:r>
            <a:r>
              <a:rPr lang="en-US" sz="1600" dirty="0" err="1">
                <a:solidFill>
                  <a:schemeClr val="bg1"/>
                </a:solidFill>
                <a:latin typeface="Consolas" panose="020B0609020204030204" pitchFamily="49" charset="0"/>
              </a:rPr>
              <a:t>abc</a:t>
            </a:r>
            <a:r>
              <a:rPr lang="en-US" sz="1600" dirty="0">
                <a:solidFill>
                  <a:schemeClr val="bg1"/>
                </a:solidFill>
                <a:latin typeface="Consolas" panose="020B0609020204030204" pitchFamily="49" charset="0"/>
              </a:rPr>
              <a:t>",</a:t>
            </a:r>
          </a:p>
          <a:p>
            <a:pPr marL="139700" indent="0">
              <a:buNone/>
            </a:pPr>
            <a:r>
              <a:rPr lang="en-US" sz="1600" dirty="0">
                <a:solidFill>
                  <a:schemeClr val="bg1"/>
                </a:solidFill>
                <a:latin typeface="Consolas" panose="020B0609020204030204" pitchFamily="49" charset="0"/>
              </a:rPr>
              <a:t>  "balance": 30,</a:t>
            </a:r>
          </a:p>
          <a:p>
            <a:pPr marL="139700" indent="0">
              <a:buNone/>
            </a:pPr>
            <a:r>
              <a:rPr lang="en-US" sz="1600" dirty="0">
                <a:solidFill>
                  <a:schemeClr val="bg1"/>
                </a:solidFill>
                <a:latin typeface="Consolas" panose="020B0609020204030204" pitchFamily="49" charset="0"/>
              </a:rPr>
              <a:t>  "accounts": ["/account/12345", "/account/67890"]</a:t>
            </a:r>
          </a:p>
          <a:p>
            <a:pPr marL="139700" indent="0">
              <a:buNone/>
            </a:pPr>
            <a:r>
              <a:rPr lang="en-US" sz="1600" dirty="0">
                <a:solidFill>
                  <a:schemeClr val="bg1"/>
                </a:solidFill>
                <a:latin typeface="Consolas" panose="020B0609020204030204" pitchFamily="49" charset="0"/>
              </a:rPr>
              <a:t>}</a:t>
            </a:r>
          </a:p>
        </p:txBody>
      </p:sp>
    </p:spTree>
    <p:extLst>
      <p:ext uri="{BB962C8B-B14F-4D97-AF65-F5344CB8AC3E}">
        <p14:creationId xmlns:p14="http://schemas.microsoft.com/office/powerpoint/2010/main" val="2174460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595C4-C536-F03C-F943-D299DEA1564A}"/>
              </a:ext>
            </a:extLst>
          </p:cNvPr>
          <p:cNvSpPr>
            <a:spLocks noGrp="1"/>
          </p:cNvSpPr>
          <p:nvPr>
            <p:ph type="title"/>
          </p:nvPr>
        </p:nvSpPr>
        <p:spPr>
          <a:xfrm>
            <a:off x="938499" y="445025"/>
            <a:ext cx="6291535" cy="941400"/>
          </a:xfrm>
        </p:spPr>
        <p:txBody>
          <a:bodyPr/>
          <a:lstStyle/>
          <a:p>
            <a:r>
              <a:rPr lang="en-US" dirty="0"/>
              <a:t>Problem Details with Web APIs</a:t>
            </a:r>
          </a:p>
        </p:txBody>
      </p:sp>
      <p:sp>
        <p:nvSpPr>
          <p:cNvPr id="3" name="Text Placeholder 2">
            <a:extLst>
              <a:ext uri="{FF2B5EF4-FFF2-40B4-BE49-F238E27FC236}">
                <a16:creationId xmlns:a16="http://schemas.microsoft.com/office/drawing/2014/main" id="{1970DC9A-9BB0-695B-03DA-F7552455375D}"/>
              </a:ext>
            </a:extLst>
          </p:cNvPr>
          <p:cNvSpPr>
            <a:spLocks noGrp="1"/>
          </p:cNvSpPr>
          <p:nvPr>
            <p:ph type="body" idx="1"/>
          </p:nvPr>
        </p:nvSpPr>
        <p:spPr>
          <a:xfrm>
            <a:off x="938500" y="1187824"/>
            <a:ext cx="7999312" cy="3510651"/>
          </a:xfrm>
        </p:spPr>
        <p:txBody>
          <a:bodyPr/>
          <a:lstStyle/>
          <a:p>
            <a:r>
              <a:rPr lang="en-US" b="1" dirty="0"/>
              <a:t>type</a:t>
            </a:r>
            <a:r>
              <a:rPr lang="en-US" dirty="0"/>
              <a:t> set to https://example.com/probs/out-of-credit. The client can dereference this URI to provide more general information about this problem.</a:t>
            </a:r>
          </a:p>
          <a:p>
            <a:r>
              <a:rPr lang="en-US" b="1" dirty="0"/>
              <a:t>title</a:t>
            </a:r>
            <a:r>
              <a:rPr lang="en-US" dirty="0"/>
              <a:t> set to You do not have enough credit. This gives a user a quick understanding of the specific problem.</a:t>
            </a:r>
          </a:p>
          <a:p>
            <a:r>
              <a:rPr lang="en-US" b="1" dirty="0"/>
              <a:t>detail </a:t>
            </a:r>
            <a:r>
              <a:rPr lang="en-US" dirty="0"/>
              <a:t>set</a:t>
            </a:r>
            <a:r>
              <a:rPr lang="en-US" b="1" dirty="0"/>
              <a:t> </a:t>
            </a:r>
            <a:r>
              <a:rPr lang="en-US" dirty="0"/>
              <a:t>to Your current balance is 30, but that costs 50. This goes into more detail about the balance of the account here. Immediately, a user will understand why they are forbidden to access this page and what is needed to resolve the issue</a:t>
            </a:r>
          </a:p>
          <a:p>
            <a:r>
              <a:rPr lang="en-US" b="1" dirty="0"/>
              <a:t>instance</a:t>
            </a:r>
            <a:r>
              <a:rPr lang="en-US" dirty="0"/>
              <a:t> set to /account/12345/</a:t>
            </a:r>
            <a:r>
              <a:rPr lang="en-US" dirty="0" err="1"/>
              <a:t>msgs</a:t>
            </a:r>
            <a:r>
              <a:rPr lang="en-US" dirty="0"/>
              <a:t>/</a:t>
            </a:r>
            <a:r>
              <a:rPr lang="en-US" dirty="0" err="1"/>
              <a:t>abc</a:t>
            </a:r>
            <a:r>
              <a:rPr lang="en-US" dirty="0"/>
              <a:t>. In this case, this will resolve to a log message about the specific instance of the problem. This means a client/user can use this when referencing the issue with the provider.</a:t>
            </a:r>
          </a:p>
          <a:p>
            <a:r>
              <a:rPr lang="en-US" b="1" dirty="0">
                <a:solidFill>
                  <a:srgbClr val="FF0000"/>
                </a:solidFill>
              </a:rPr>
              <a:t>balance</a:t>
            </a:r>
            <a:r>
              <a:rPr lang="en-US" dirty="0"/>
              <a:t> set to 30. This tells the client the current balance of the accounts, which can be passed on to a payments portal or to the user to increase their balance.</a:t>
            </a:r>
          </a:p>
          <a:p>
            <a:r>
              <a:rPr lang="en-US" b="1" dirty="0">
                <a:solidFill>
                  <a:srgbClr val="FF0000"/>
                </a:solidFill>
              </a:rPr>
              <a:t>accounts</a:t>
            </a:r>
            <a:r>
              <a:rPr lang="en-US" dirty="0"/>
              <a:t> set to ["/account/12345","/account/67890"], telling the client the specific accounts related to this problem.</a:t>
            </a:r>
          </a:p>
        </p:txBody>
      </p:sp>
    </p:spTree>
    <p:extLst>
      <p:ext uri="{BB962C8B-B14F-4D97-AF65-F5344CB8AC3E}">
        <p14:creationId xmlns:p14="http://schemas.microsoft.com/office/powerpoint/2010/main" val="3544615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3"/>
          <p:cNvSpPr txBox="1">
            <a:spLocks noGrp="1"/>
          </p:cNvSpPr>
          <p:nvPr>
            <p:ph type="title"/>
          </p:nvPr>
        </p:nvSpPr>
        <p:spPr>
          <a:xfrm>
            <a:off x="3762669" y="3177750"/>
            <a:ext cx="4689565" cy="59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CODE EXAMPLES</a:t>
            </a:r>
            <a:endParaRPr dirty="0"/>
          </a:p>
        </p:txBody>
      </p:sp>
      <p:sp>
        <p:nvSpPr>
          <p:cNvPr id="207" name="Google Shape;207;p43"/>
          <p:cNvSpPr txBox="1">
            <a:spLocks noGrp="1"/>
          </p:cNvSpPr>
          <p:nvPr>
            <p:ph type="title" idx="2"/>
          </p:nvPr>
        </p:nvSpPr>
        <p:spPr>
          <a:xfrm>
            <a:off x="1048270" y="3287500"/>
            <a:ext cx="2412900" cy="931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03</a:t>
            </a:r>
            <a:endParaRPr dirty="0"/>
          </a:p>
        </p:txBody>
      </p:sp>
      <p:sp>
        <p:nvSpPr>
          <p:cNvPr id="208" name="Google Shape;208;p43"/>
          <p:cNvSpPr txBox="1">
            <a:spLocks noGrp="1"/>
          </p:cNvSpPr>
          <p:nvPr>
            <p:ph type="subTitle" idx="1"/>
          </p:nvPr>
        </p:nvSpPr>
        <p:spPr>
          <a:xfrm>
            <a:off x="3762670" y="3720650"/>
            <a:ext cx="3068700" cy="46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How do we implement Hypermedia in Web API?</a:t>
            </a:r>
          </a:p>
        </p:txBody>
      </p:sp>
      <p:cxnSp>
        <p:nvCxnSpPr>
          <p:cNvPr id="209" name="Google Shape;209;p43"/>
          <p:cNvCxnSpPr/>
          <p:nvPr/>
        </p:nvCxnSpPr>
        <p:spPr>
          <a:xfrm>
            <a:off x="3610750" y="3253297"/>
            <a:ext cx="0" cy="9999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4034607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8"/>
          <p:cNvSpPr txBox="1">
            <a:spLocks noGrp="1"/>
          </p:cNvSpPr>
          <p:nvPr>
            <p:ph type="title"/>
          </p:nvPr>
        </p:nvSpPr>
        <p:spPr>
          <a:xfrm>
            <a:off x="5337175" y="1373325"/>
            <a:ext cx="2837400" cy="125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Code</a:t>
            </a:r>
            <a:endParaRPr dirty="0"/>
          </a:p>
        </p:txBody>
      </p:sp>
      <p:sp>
        <p:nvSpPr>
          <p:cNvPr id="266" name="Google Shape;266;p48"/>
          <p:cNvSpPr txBox="1">
            <a:spLocks noGrp="1"/>
          </p:cNvSpPr>
          <p:nvPr>
            <p:ph type="body" idx="1"/>
          </p:nvPr>
        </p:nvSpPr>
        <p:spPr>
          <a:xfrm>
            <a:off x="5337175" y="2670075"/>
            <a:ext cx="2837400" cy="1252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How do we implement Hypermedia in Web API?</a:t>
            </a:r>
          </a:p>
        </p:txBody>
      </p:sp>
      <p:cxnSp>
        <p:nvCxnSpPr>
          <p:cNvPr id="267" name="Google Shape;267;p48"/>
          <p:cNvCxnSpPr/>
          <p:nvPr/>
        </p:nvCxnSpPr>
        <p:spPr>
          <a:xfrm>
            <a:off x="5225150" y="1540302"/>
            <a:ext cx="0" cy="218970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268" name="Google Shape;268;p48" descr="Program coding on a computer screen"/>
          <p:cNvPicPr preferRelativeResize="0"/>
          <p:nvPr/>
        </p:nvPicPr>
        <p:blipFill>
          <a:blip r:embed="rId3"/>
          <a:srcRect l="22020" r="22020"/>
          <a:stretch/>
        </p:blipFill>
        <p:spPr>
          <a:xfrm>
            <a:off x="-422250" y="-236700"/>
            <a:ext cx="4714800" cy="5616900"/>
          </a:xfrm>
          <a:prstGeom prst="flowChartDelay">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4F6C0-86D5-FC01-FEFF-0A36CA794478}"/>
              </a:ext>
            </a:extLst>
          </p:cNvPr>
          <p:cNvSpPr>
            <a:spLocks noGrp="1"/>
          </p:cNvSpPr>
          <p:nvPr>
            <p:ph type="title"/>
          </p:nvPr>
        </p:nvSpPr>
        <p:spPr/>
        <p:txBody>
          <a:bodyPr/>
          <a:lstStyle/>
          <a:p>
            <a:r>
              <a:rPr lang="en-US" dirty="0"/>
              <a:t>Further Reading</a:t>
            </a:r>
          </a:p>
        </p:txBody>
      </p:sp>
      <p:sp>
        <p:nvSpPr>
          <p:cNvPr id="3" name="Text Placeholder 2">
            <a:extLst>
              <a:ext uri="{FF2B5EF4-FFF2-40B4-BE49-F238E27FC236}">
                <a16:creationId xmlns:a16="http://schemas.microsoft.com/office/drawing/2014/main" id="{5F3AD194-75B0-7B2F-0D14-13818F4E4EC9}"/>
              </a:ext>
            </a:extLst>
          </p:cNvPr>
          <p:cNvSpPr>
            <a:spLocks noGrp="1"/>
          </p:cNvSpPr>
          <p:nvPr>
            <p:ph type="body" idx="1"/>
          </p:nvPr>
        </p:nvSpPr>
        <p:spPr/>
        <p:txBody>
          <a:bodyPr/>
          <a:lstStyle/>
          <a:p>
            <a:pPr marL="127000" indent="0">
              <a:buNone/>
            </a:pPr>
            <a:r>
              <a:rPr lang="en-US" dirty="0"/>
              <a:t>Metadata book</a:t>
            </a:r>
          </a:p>
        </p:txBody>
      </p:sp>
      <p:pic>
        <p:nvPicPr>
          <p:cNvPr id="1026" name="Picture 2" descr="Metadata by Jeffrey Pomerantz - Penguin Books Australia">
            <a:extLst>
              <a:ext uri="{FF2B5EF4-FFF2-40B4-BE49-F238E27FC236}">
                <a16:creationId xmlns:a16="http://schemas.microsoft.com/office/drawing/2014/main" id="{D0B930F5-B62A-9310-70E0-16695ED0FE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9425" y="395750"/>
            <a:ext cx="3107226" cy="439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414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4F6C0-86D5-FC01-FEFF-0A36CA794478}"/>
              </a:ext>
            </a:extLst>
          </p:cNvPr>
          <p:cNvSpPr>
            <a:spLocks noGrp="1"/>
          </p:cNvSpPr>
          <p:nvPr>
            <p:ph type="title"/>
          </p:nvPr>
        </p:nvSpPr>
        <p:spPr>
          <a:xfrm>
            <a:off x="4662435" y="1297124"/>
            <a:ext cx="3512140" cy="3117451"/>
          </a:xfrm>
        </p:spPr>
        <p:txBody>
          <a:bodyPr/>
          <a:lstStyle/>
          <a:p>
            <a:r>
              <a:rPr lang="en-US" sz="3200" dirty="0"/>
              <a:t>If you want a framework that has Metadata and Hypermedia out of the box.</a:t>
            </a:r>
          </a:p>
        </p:txBody>
      </p:sp>
      <p:pic>
        <p:nvPicPr>
          <p:cNvPr id="2052" name="Picture 4" descr="OData V4 - Peakboard Extension">
            <a:extLst>
              <a:ext uri="{FF2B5EF4-FFF2-40B4-BE49-F238E27FC236}">
                <a16:creationId xmlns:a16="http://schemas.microsoft.com/office/drawing/2014/main" id="{8BFF4C7D-3220-5841-66C6-5F84FBFB0B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84" y="1664467"/>
            <a:ext cx="4347216" cy="2445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73469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51"/>
        <p:cNvGrpSpPr/>
        <p:nvPr/>
      </p:nvGrpSpPr>
      <p:grpSpPr>
        <a:xfrm>
          <a:off x="0" y="0"/>
          <a:ext cx="0" cy="0"/>
          <a:chOff x="0" y="0"/>
          <a:chExt cx="0" cy="0"/>
        </a:xfrm>
      </p:grpSpPr>
      <p:sp>
        <p:nvSpPr>
          <p:cNvPr id="2152" name="Google Shape;2152;p67"/>
          <p:cNvSpPr txBox="1">
            <a:spLocks noGrp="1"/>
          </p:cNvSpPr>
          <p:nvPr>
            <p:ph type="title"/>
          </p:nvPr>
        </p:nvSpPr>
        <p:spPr>
          <a:xfrm>
            <a:off x="287591" y="2857382"/>
            <a:ext cx="5018400" cy="598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a:t>GITHUB REPO HAS ALL OF THE CODE</a:t>
            </a:r>
            <a:endParaRPr sz="3200" dirty="0"/>
          </a:p>
        </p:txBody>
      </p:sp>
      <p:sp>
        <p:nvSpPr>
          <p:cNvPr id="2153" name="Google Shape;2153;p67"/>
          <p:cNvSpPr txBox="1">
            <a:spLocks noGrp="1"/>
          </p:cNvSpPr>
          <p:nvPr>
            <p:ph type="subTitle" idx="1"/>
          </p:nvPr>
        </p:nvSpPr>
        <p:spPr>
          <a:xfrm>
            <a:off x="0" y="4044881"/>
            <a:ext cx="9144000" cy="54434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400" dirty="0"/>
              <a:t>https://</a:t>
            </a:r>
            <a:r>
              <a:rPr lang="en-US" sz="2400" dirty="0" err="1"/>
              <a:t>github.com</a:t>
            </a:r>
            <a:r>
              <a:rPr lang="en-US" sz="2400" dirty="0"/>
              <a:t>/</a:t>
            </a:r>
            <a:r>
              <a:rPr lang="en-US" sz="2400" dirty="0" err="1"/>
              <a:t>cwoodruff</a:t>
            </a:r>
            <a:r>
              <a:rPr lang="en-US" sz="2400" dirty="0"/>
              <a:t>/web-</a:t>
            </a:r>
            <a:r>
              <a:rPr lang="en-US" sz="2400" dirty="0" err="1"/>
              <a:t>api</a:t>
            </a:r>
            <a:r>
              <a:rPr lang="en-US" sz="2400" dirty="0"/>
              <a:t>-hypermedia-talk</a:t>
            </a:r>
            <a:endParaRPr sz="2400" dirty="0"/>
          </a:p>
        </p:txBody>
      </p:sp>
      <p:cxnSp>
        <p:nvCxnSpPr>
          <p:cNvPr id="2154" name="Google Shape;2154;p67"/>
          <p:cNvCxnSpPr/>
          <p:nvPr/>
        </p:nvCxnSpPr>
        <p:spPr>
          <a:xfrm>
            <a:off x="1415291" y="3618629"/>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3" name="Picture 2" descr="A blue and white circular object with a black background&#10;&#10;Description automatically generated">
            <a:extLst>
              <a:ext uri="{FF2B5EF4-FFF2-40B4-BE49-F238E27FC236}">
                <a16:creationId xmlns:a16="http://schemas.microsoft.com/office/drawing/2014/main" id="{CEF73F70-5116-C8B0-9093-27FF395A2E32}"/>
              </a:ext>
            </a:extLst>
          </p:cNvPr>
          <p:cNvPicPr>
            <a:picLocks noChangeAspect="1"/>
          </p:cNvPicPr>
          <p:nvPr/>
        </p:nvPicPr>
        <p:blipFill>
          <a:blip r:embed="rId3"/>
          <a:stretch>
            <a:fillRect/>
          </a:stretch>
        </p:blipFill>
        <p:spPr>
          <a:xfrm>
            <a:off x="5209022" y="299718"/>
            <a:ext cx="3837844" cy="383784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58"/>
        <p:cNvGrpSpPr/>
        <p:nvPr/>
      </p:nvGrpSpPr>
      <p:grpSpPr>
        <a:xfrm>
          <a:off x="0" y="0"/>
          <a:ext cx="0" cy="0"/>
          <a:chOff x="0" y="0"/>
          <a:chExt cx="0" cy="0"/>
        </a:xfrm>
      </p:grpSpPr>
      <p:sp>
        <p:nvSpPr>
          <p:cNvPr id="2159" name="Google Shape;2159;p68"/>
          <p:cNvSpPr txBox="1">
            <a:spLocks noGrp="1"/>
          </p:cNvSpPr>
          <p:nvPr>
            <p:ph type="title"/>
          </p:nvPr>
        </p:nvSpPr>
        <p:spPr>
          <a:xfrm>
            <a:off x="924870" y="760375"/>
            <a:ext cx="3068700" cy="59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THANKS!</a:t>
            </a:r>
            <a:endParaRPr/>
          </a:p>
        </p:txBody>
      </p:sp>
      <p:sp>
        <p:nvSpPr>
          <p:cNvPr id="2160" name="Google Shape;2160;p68"/>
          <p:cNvSpPr txBox="1">
            <a:spLocks noGrp="1"/>
          </p:cNvSpPr>
          <p:nvPr>
            <p:ph type="subTitle" idx="1"/>
          </p:nvPr>
        </p:nvSpPr>
        <p:spPr>
          <a:xfrm>
            <a:off x="924875" y="1684275"/>
            <a:ext cx="3305400" cy="109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Do you have any questions?</a:t>
            </a:r>
            <a:endParaRPr dirty="0"/>
          </a:p>
          <a:p>
            <a:pPr marL="0" lvl="0" indent="0" algn="l" rtl="0">
              <a:spcBef>
                <a:spcPts val="0"/>
              </a:spcBef>
              <a:spcAft>
                <a:spcPts val="0"/>
              </a:spcAft>
              <a:buNone/>
            </a:pPr>
            <a:r>
              <a:rPr lang="en-US" dirty="0" err="1"/>
              <a:t>cwoodruff@live.com</a:t>
            </a:r>
            <a:endParaRPr lang="en-US" dirty="0"/>
          </a:p>
          <a:p>
            <a:pPr marL="0" lvl="0" indent="0" algn="l" rtl="0">
              <a:spcBef>
                <a:spcPts val="0"/>
              </a:spcBef>
              <a:spcAft>
                <a:spcPts val="0"/>
              </a:spcAft>
              <a:buNone/>
            </a:pPr>
            <a:r>
              <a:rPr lang="en-US" dirty="0"/>
              <a:t>616 724 6885</a:t>
            </a:r>
          </a:p>
          <a:p>
            <a:pPr marL="0" lvl="0" indent="0" algn="l" rtl="0">
              <a:spcBef>
                <a:spcPts val="0"/>
              </a:spcBef>
              <a:spcAft>
                <a:spcPts val="0"/>
              </a:spcAft>
              <a:buNone/>
            </a:pPr>
            <a:r>
              <a:rPr lang="en-US" dirty="0"/>
              <a:t>@</a:t>
            </a:r>
            <a:r>
              <a:rPr lang="en-US" dirty="0" err="1"/>
              <a:t>cwoodruff</a:t>
            </a:r>
            <a:endParaRPr lang="en-US"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cxnSp>
        <p:nvCxnSpPr>
          <p:cNvPr id="2161" name="Google Shape;2161;p68"/>
          <p:cNvCxnSpPr/>
          <p:nvPr/>
        </p:nvCxnSpPr>
        <p:spPr>
          <a:xfrm>
            <a:off x="1013400" y="1488797"/>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2163" name="Google Shape;2163;p68"/>
          <p:cNvCxnSpPr/>
          <p:nvPr/>
        </p:nvCxnSpPr>
        <p:spPr>
          <a:xfrm>
            <a:off x="1013400" y="345807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2164" name="Google Shape;2164;p68"/>
          <p:cNvSpPr/>
          <p:nvPr/>
        </p:nvSpPr>
        <p:spPr>
          <a:xfrm>
            <a:off x="1013409" y="2776274"/>
            <a:ext cx="345674" cy="346056"/>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65" name="Google Shape;2165;p68"/>
          <p:cNvGrpSpPr/>
          <p:nvPr/>
        </p:nvGrpSpPr>
        <p:grpSpPr>
          <a:xfrm>
            <a:off x="1462881" y="2776274"/>
            <a:ext cx="346056" cy="345674"/>
            <a:chOff x="3303268" y="3817349"/>
            <a:chExt cx="346056" cy="345674"/>
          </a:xfrm>
        </p:grpSpPr>
        <p:sp>
          <p:nvSpPr>
            <p:cNvPr id="2166" name="Google Shape;2166;p68"/>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68"/>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68"/>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68"/>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0" name="Google Shape;2170;p68"/>
          <p:cNvGrpSpPr/>
          <p:nvPr/>
        </p:nvGrpSpPr>
        <p:grpSpPr>
          <a:xfrm>
            <a:off x="1911970" y="2776274"/>
            <a:ext cx="346056" cy="345674"/>
            <a:chOff x="3752358" y="3817349"/>
            <a:chExt cx="346056" cy="345674"/>
          </a:xfrm>
        </p:grpSpPr>
        <p:sp>
          <p:nvSpPr>
            <p:cNvPr id="2171" name="Google Shape;2171;p68"/>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68"/>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68"/>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68"/>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13777;p85">
            <a:extLst>
              <a:ext uri="{FF2B5EF4-FFF2-40B4-BE49-F238E27FC236}">
                <a16:creationId xmlns:a16="http://schemas.microsoft.com/office/drawing/2014/main" id="{6DE987F3-C2C3-6BCD-DBF8-5ACF95BF03CF}"/>
              </a:ext>
            </a:extLst>
          </p:cNvPr>
          <p:cNvGrpSpPr/>
          <p:nvPr/>
        </p:nvGrpSpPr>
        <p:grpSpPr>
          <a:xfrm>
            <a:off x="2361059" y="2776274"/>
            <a:ext cx="346024" cy="345674"/>
            <a:chOff x="4201447" y="3817349"/>
            <a:chExt cx="346024" cy="345674"/>
          </a:xfrm>
          <a:solidFill>
            <a:schemeClr val="bg1"/>
          </a:solidFill>
        </p:grpSpPr>
        <p:sp>
          <p:nvSpPr>
            <p:cNvPr id="3" name="Google Shape;13778;p85">
              <a:extLst>
                <a:ext uri="{FF2B5EF4-FFF2-40B4-BE49-F238E27FC236}">
                  <a16:creationId xmlns:a16="http://schemas.microsoft.com/office/drawing/2014/main" id="{7221AD15-51F9-E904-D3E1-FA9488195399}"/>
                </a:ext>
              </a:extLst>
            </p:cNvPr>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3779;p85">
              <a:extLst>
                <a:ext uri="{FF2B5EF4-FFF2-40B4-BE49-F238E27FC236}">
                  <a16:creationId xmlns:a16="http://schemas.microsoft.com/office/drawing/2014/main" id="{6C602031-9E0B-E566-D42B-03D8E9CB9C19}"/>
                </a:ext>
              </a:extLst>
            </p:cNvPr>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Futuristic Background by Slidesgo">
  <a:themeElements>
    <a:clrScheme name="Simple Light">
      <a:dk1>
        <a:srgbClr val="001633"/>
      </a:dk1>
      <a:lt1>
        <a:srgbClr val="FFFFFF"/>
      </a:lt1>
      <a:dk2>
        <a:srgbClr val="85D5E6"/>
      </a:dk2>
      <a:lt2>
        <a:srgbClr val="FFAB40"/>
      </a:lt2>
      <a:accent1>
        <a:srgbClr val="FFAB40"/>
      </a:accent1>
      <a:accent2>
        <a:srgbClr val="85D5E6"/>
      </a:accent2>
      <a:accent3>
        <a:srgbClr val="78909C"/>
      </a:accent3>
      <a:accent4>
        <a:srgbClr val="FFAB40"/>
      </a:accent4>
      <a:accent5>
        <a:srgbClr val="0097A7"/>
      </a:accent5>
      <a:accent6>
        <a:srgbClr val="001633"/>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ive! 360 2018">
  <a:themeElements>
    <a:clrScheme name="Live! 360 2016">
      <a:dk1>
        <a:srgbClr val="000000"/>
      </a:dk1>
      <a:lt1>
        <a:sysClr val="window" lastClr="FFFFFF"/>
      </a:lt1>
      <a:dk2>
        <a:srgbClr val="000000"/>
      </a:dk2>
      <a:lt2>
        <a:srgbClr val="EEECE1"/>
      </a:lt2>
      <a:accent1>
        <a:srgbClr val="000000"/>
      </a:accent1>
      <a:accent2>
        <a:srgbClr val="00B0F0"/>
      </a:accent2>
      <a:accent3>
        <a:srgbClr val="9BBB59"/>
      </a:accent3>
      <a:accent4>
        <a:srgbClr val="8064A2"/>
      </a:accent4>
      <a:accent5>
        <a:srgbClr val="4BACC6"/>
      </a:accent5>
      <a:accent6>
        <a:srgbClr val="F79646"/>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Visual Studio Live! Redmond 2014 1">
        <a:dk1>
          <a:srgbClr val="303030"/>
        </a:dk1>
        <a:lt1>
          <a:srgbClr val="FFFFFF"/>
        </a:lt1>
        <a:dk2>
          <a:srgbClr val="000000"/>
        </a:dk2>
        <a:lt2>
          <a:srgbClr val="DEDEE0"/>
        </a:lt2>
        <a:accent1>
          <a:srgbClr val="AD0101"/>
        </a:accent1>
        <a:accent2>
          <a:srgbClr val="726056"/>
        </a:accent2>
        <a:accent3>
          <a:srgbClr val="AAAAAA"/>
        </a:accent3>
        <a:accent4>
          <a:srgbClr val="DADADA"/>
        </a:accent4>
        <a:accent5>
          <a:srgbClr val="D3AAAA"/>
        </a:accent5>
        <a:accent6>
          <a:srgbClr val="67564D"/>
        </a:accent6>
        <a:hlink>
          <a:srgbClr val="D26900"/>
        </a:hlink>
        <a:folHlink>
          <a:srgbClr val="D89243"/>
        </a:folHlink>
      </a:clrScheme>
      <a:clrMap bg1="dk2" tx1="lt1" bg2="dk1" tx2="lt2" accent1="accent1" accent2="accent2" accent3="accent3" accent4="accent4" accent5="accent5" accent6="accent6" hlink="hlink" folHlink="folHlink"/>
    </a:extraClrScheme>
    <a:extraClrScheme>
      <a:clrScheme name="Visual Studio Live! Redmond 2014 2">
        <a:dk1>
          <a:srgbClr val="000000"/>
        </a:dk1>
        <a:lt1>
          <a:srgbClr val="FFFFFE"/>
        </a:lt1>
        <a:dk2>
          <a:srgbClr val="007397"/>
        </a:dk2>
        <a:lt2>
          <a:srgbClr val="636463"/>
        </a:lt2>
        <a:accent1>
          <a:srgbClr val="A01420"/>
        </a:accent1>
        <a:accent2>
          <a:srgbClr val="726056"/>
        </a:accent2>
        <a:accent3>
          <a:srgbClr val="FFFFFE"/>
        </a:accent3>
        <a:accent4>
          <a:srgbClr val="000000"/>
        </a:accent4>
        <a:accent5>
          <a:srgbClr val="CDAAAB"/>
        </a:accent5>
        <a:accent6>
          <a:srgbClr val="67564D"/>
        </a:accent6>
        <a:hlink>
          <a:srgbClr val="007397"/>
        </a:hlink>
        <a:folHlink>
          <a:srgbClr val="162F44"/>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2457</TotalTime>
  <Words>1441</Words>
  <Application>Microsoft Office PowerPoint</Application>
  <PresentationFormat>On-screen Show (16:9)</PresentationFormat>
  <Paragraphs>172</Paragraphs>
  <Slides>31</Slides>
  <Notes>17</Notes>
  <HiddenSlides>1</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31</vt:i4>
      </vt:variant>
    </vt:vector>
  </HeadingPairs>
  <TitlesOfParts>
    <vt:vector size="41" baseType="lpstr">
      <vt:lpstr>Montserrat</vt:lpstr>
      <vt:lpstr>Montserrat Medium</vt:lpstr>
      <vt:lpstr>Consolas</vt:lpstr>
      <vt:lpstr>Arial</vt:lpstr>
      <vt:lpstr>Montserrat ExtraLight</vt:lpstr>
      <vt:lpstr>Calibri</vt:lpstr>
      <vt:lpstr>Montserrat ExtraBold</vt:lpstr>
      <vt:lpstr>Arial Bold</vt:lpstr>
      <vt:lpstr>Futuristic Background by Slidesgo</vt:lpstr>
      <vt:lpstr>Live! 360 2018</vt:lpstr>
      <vt:lpstr>HYPERMEDIA</vt:lpstr>
      <vt:lpstr>PowerPoint Presentation</vt:lpstr>
      <vt:lpstr>01</vt:lpstr>
      <vt:lpstr>Chris Woodruff</vt:lpstr>
      <vt:lpstr>“You can’t have evolvability if clients have their controls baked into their design at deployment. Controls have to be learned on the fly. That’s what hypermedia enables..”</vt:lpstr>
      <vt:lpstr>METADATA</vt:lpstr>
      <vt:lpstr>“Metadata is a map. Metadata is a means by which the complexity of an object is represented in a simpler form.”</vt:lpstr>
      <vt:lpstr>Metadata allows a library to be more than a room full of books</vt:lpstr>
      <vt:lpstr>What Metadata really is!</vt:lpstr>
      <vt:lpstr>Example of Metadata for Hypermedia</vt:lpstr>
      <vt:lpstr>You all have used Metadata for years!</vt:lpstr>
      <vt:lpstr>DEEP-DIVE</vt:lpstr>
      <vt:lpstr>HATEOAS</vt:lpstr>
      <vt:lpstr>“Hypermedia is a constraint. As in, you either do it or you aren’t doing REST. You can’t have evolvability if clients have their controls baked into their design at deployment. Controls have to be learned on the fly. That’s what hypermedia enables.”</vt:lpstr>
      <vt:lpstr>Let’s look at APIs Results</vt:lpstr>
      <vt:lpstr>Let’s look at  APIs Results</vt:lpstr>
      <vt:lpstr>Resource URL</vt:lpstr>
      <vt:lpstr>Links</vt:lpstr>
      <vt:lpstr>Pagination </vt:lpstr>
      <vt:lpstr>Versioning</vt:lpstr>
      <vt:lpstr>Other Areas for Hypermedia</vt:lpstr>
      <vt:lpstr>Short Terms Effects</vt:lpstr>
      <vt:lpstr>Long Terms Effects</vt:lpstr>
      <vt:lpstr>Problem Details with Web APIs</vt:lpstr>
      <vt:lpstr>Problem Details with Web APIs</vt:lpstr>
      <vt:lpstr>CODE EXAMPLES</vt:lpstr>
      <vt:lpstr>Code</vt:lpstr>
      <vt:lpstr>Further Reading</vt:lpstr>
      <vt:lpstr>If you want a framework that has Metadata and Hypermedia out of the box.</vt:lpstr>
      <vt:lpstr>GITHUB REPO HAS ALL OF THE CODE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FUTURISTIC</dc:title>
  <dc:creator>Chris Woodruff</dc:creator>
  <cp:lastModifiedBy>Chris Woodruff</cp:lastModifiedBy>
  <cp:revision>32</cp:revision>
  <dcterms:modified xsi:type="dcterms:W3CDTF">2024-08-03T13:36:10Z</dcterms:modified>
</cp:coreProperties>
</file>